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1" r:id="rId12"/>
    <p:sldId id="340" r:id="rId13"/>
    <p:sldId id="292" r:id="rId14"/>
    <p:sldId id="294" r:id="rId15"/>
    <p:sldId id="295" r:id="rId16"/>
    <p:sldId id="296" r:id="rId17"/>
    <p:sldId id="342" r:id="rId18"/>
    <p:sldId id="343" r:id="rId19"/>
    <p:sldId id="297" r:id="rId20"/>
    <p:sldId id="344" r:id="rId21"/>
    <p:sldId id="299" r:id="rId22"/>
    <p:sldId id="345" r:id="rId23"/>
    <p:sldId id="298" r:id="rId24"/>
    <p:sldId id="346" r:id="rId25"/>
    <p:sldId id="337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7279" autoAdjust="0"/>
    <p:restoredTop sz="94676" autoAdjust="0"/>
  </p:normalViewPr>
  <p:slideViewPr>
    <p:cSldViewPr>
      <p:cViewPr>
        <p:scale>
          <a:sx n="80" d="100"/>
          <a:sy n="80" d="100"/>
        </p:scale>
        <p:origin x="-85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17C44-F41F-4E3C-94A1-D764ABF58BD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F789B-8D11-4410-93C1-F44FB2F1D5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01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01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49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58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629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39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86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54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46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24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11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205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PPT Template6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5" y="0"/>
            <a:ext cx="9140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F5F24-1C28-4A77-92AE-C5BB89597CD7}" type="datetime1">
              <a:rPr lang="en-US"/>
              <a:pPr>
                <a:defRPr/>
              </a:pPr>
              <a:t>1/4/2019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9C3CA-6E7C-42F1-BCCA-1FC6BC4543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9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98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slide" Target="slide3.xml"/><Relationship Id="rId7" Type="http://schemas.openxmlformats.org/officeDocument/2006/relationships/slide" Target="slide1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3.xml"/><Relationship Id="rId5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5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685800" y="980729"/>
            <a:ext cx="7772400" cy="86409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/>
              <a:t>CONTROL TOWER</a:t>
            </a:r>
            <a:endParaRPr lang="en-GB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39552" y="1916832"/>
            <a:ext cx="8280920" cy="43924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u="sng" dirty="0" smtClean="0"/>
              <a:t>USER MANUAL</a:t>
            </a:r>
          </a:p>
          <a:p>
            <a:pPr marL="0" indent="0" algn="ctr">
              <a:buNone/>
            </a:pPr>
            <a:endParaRPr lang="en-GB" sz="2400" dirty="0" smtClean="0">
              <a:hlinkClick r:id="rId2" action="ppaction://hlinksldjump"/>
            </a:endParaRPr>
          </a:p>
          <a:p>
            <a:pPr marL="0" indent="0" algn="ctr">
              <a:buNone/>
            </a:pPr>
            <a:r>
              <a:rPr lang="en-GB" dirty="0" smtClean="0">
                <a:hlinkClick r:id="rId2" action="ppaction://hlinksldjump"/>
              </a:rPr>
              <a:t>Supplier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13308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11560" y="908720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 smtClean="0">
                <a:hlinkClick r:id="rId2" action="ppaction://hlinksldjump"/>
              </a:rPr>
              <a:t>SUPPLIER</a:t>
            </a:r>
            <a:endParaRPr lang="en-GB" sz="32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997143"/>
              </p:ext>
            </p:extLst>
          </p:nvPr>
        </p:nvGraphicFramePr>
        <p:xfrm>
          <a:off x="899592" y="1700811"/>
          <a:ext cx="7632848" cy="3520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32848"/>
              </a:tblGrid>
              <a:tr h="440049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u="none" strike="noStrike" dirty="0" smtClean="0">
                          <a:effectLst/>
                        </a:rPr>
                        <a:t>Main Sessions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5725" marR="9525" marT="9525" marB="0" anchor="ctr"/>
                </a:tc>
              </a:tr>
              <a:tr h="440049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u="none" strike="noStrike" dirty="0" smtClean="0">
                          <a:effectLst/>
                          <a:hlinkClick r:id="rId3" action="ppaction://hlinksldjump"/>
                        </a:rPr>
                        <a:t>PO Acceptance</a:t>
                      </a:r>
                      <a:endParaRPr lang="en-GB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71450" marR="9525" marT="9525" marB="0" anchor="ctr"/>
                </a:tc>
              </a:tr>
              <a:tr h="440049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u="none" strike="noStrike" dirty="0" smtClean="0">
                          <a:effectLst/>
                          <a:hlinkClick r:id="rId4" action="ppaction://hlinksldjump"/>
                        </a:rPr>
                        <a:t>Create Quality Inspection List</a:t>
                      </a:r>
                      <a:endParaRPr lang="en-GB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71450" marR="9525" marT="9525" marB="0" anchor="ctr"/>
                </a:tc>
              </a:tr>
              <a:tr h="440049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u="none" strike="noStrike" dirty="0" smtClean="0">
                          <a:effectLst/>
                          <a:hlinkClick r:id="rId5" action="ppaction://hlinksldjump"/>
                        </a:rPr>
                        <a:t>Link Inspection List with Inspection Request</a:t>
                      </a:r>
                      <a:endParaRPr lang="en-IN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71450" marR="9525" marT="9525" marB="0" anchor="ctr"/>
                </a:tc>
              </a:tr>
              <a:tr h="440049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u="none" strike="noStrike" dirty="0" smtClean="0">
                          <a:effectLst/>
                          <a:hlinkClick r:id="rId6" action="ppaction://hlinksldjump"/>
                        </a:rPr>
                        <a:t>Convert Cleared QI List to Packing List for Despatch</a:t>
                      </a:r>
                      <a:endParaRPr lang="en-IN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71450" marR="9525" marT="9525" marB="0" anchor="ctr"/>
                </a:tc>
              </a:tr>
              <a:tr h="440049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u="none" strike="noStrike" dirty="0" smtClean="0">
                          <a:effectLst/>
                          <a:hlinkClick r:id="rId7" action="ppaction://hlinksldjump"/>
                        </a:rPr>
                        <a:t>Create Packing List for Despatch</a:t>
                      </a:r>
                      <a:endParaRPr lang="en-IN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71450" marR="9525" marT="9525" marB="0" anchor="ctr"/>
                </a:tc>
              </a:tr>
              <a:tr h="440049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u="none" strike="noStrike" dirty="0" smtClean="0">
                          <a:effectLst/>
                          <a:hlinkClick r:id="rId8" action="ppaction://hlinksldjump"/>
                        </a:rPr>
                        <a:t>Raise Vehicle Placement Request from Packing List</a:t>
                      </a:r>
                      <a:endParaRPr lang="en-IN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71450" marR="9525" marT="9525" marB="0" anchor="ctr"/>
                </a:tc>
              </a:tr>
              <a:tr h="440049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u="none" strike="noStrike" dirty="0" smtClean="0">
                          <a:effectLst/>
                          <a:hlinkClick r:id="rId9" action="ppaction://hlinksldjump"/>
                        </a:rPr>
                        <a:t>Link Packing List with Vehicle Request &amp; Despatch</a:t>
                      </a:r>
                      <a:endParaRPr lang="en-IN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71450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7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11560" y="908720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">
              <a:spcBef>
                <a:spcPts val="0"/>
              </a:spcBef>
              <a:defRPr/>
            </a:pPr>
            <a:r>
              <a:rPr lang="en-GB" sz="3200" dirty="0">
                <a:hlinkClick r:id="rId2" action="ppaction://hlinksldjump"/>
              </a:rPr>
              <a:t>PO Acceptance</a:t>
            </a:r>
            <a:endParaRPr lang="en-GB" sz="3200" dirty="0">
              <a:solidFill>
                <a:srgbClr val="000000"/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30" y="1756544"/>
            <a:ext cx="7957923" cy="447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3059832" y="3068959"/>
            <a:ext cx="3168352" cy="924657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loud 6"/>
          <p:cNvSpPr/>
          <p:nvPr/>
        </p:nvSpPr>
        <p:spPr>
          <a:xfrm>
            <a:off x="4716016" y="1268760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To Accept PO, go to either Create Inspection List OR Create Packing List Session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437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8205825" cy="4613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63083" y="5363924"/>
            <a:ext cx="445738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Acknowledge button to Accept PO.</a:t>
            </a:r>
          </a:p>
        </p:txBody>
      </p:sp>
      <p:sp>
        <p:nvSpPr>
          <p:cNvPr id="4" name="Oval 3"/>
          <p:cNvSpPr/>
          <p:nvPr/>
        </p:nvSpPr>
        <p:spPr>
          <a:xfrm>
            <a:off x="7380312" y="3645024"/>
            <a:ext cx="360040" cy="43204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/>
          <p:cNvCxnSpPr>
            <a:stCxn id="4" idx="5"/>
            <a:endCxn id="3" idx="0"/>
          </p:cNvCxnSpPr>
          <p:nvPr/>
        </p:nvCxnSpPr>
        <p:spPr>
          <a:xfrm flipH="1">
            <a:off x="6591778" y="4013800"/>
            <a:ext cx="1095847" cy="13501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loud 5"/>
          <p:cNvSpPr/>
          <p:nvPr/>
        </p:nvSpPr>
        <p:spPr>
          <a:xfrm>
            <a:off x="4507099" y="90589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It will show the List of PO issued to Supplier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300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11560" y="908720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">
              <a:spcBef>
                <a:spcPts val="0"/>
              </a:spcBef>
              <a:defRPr/>
            </a:pPr>
            <a:r>
              <a:rPr lang="en-GB" sz="3200" dirty="0">
                <a:hlinkClick r:id="rId2" action="ppaction://hlinksldjump"/>
              </a:rPr>
              <a:t>Create Quality Inspection List</a:t>
            </a:r>
            <a:endParaRPr lang="en-GB" sz="3200" dirty="0">
              <a:solidFill>
                <a:srgbClr val="000000"/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44" y="1556792"/>
            <a:ext cx="8453065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3779912" y="2924944"/>
            <a:ext cx="1828138" cy="43204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loud 6"/>
          <p:cNvSpPr/>
          <p:nvPr/>
        </p:nvSpPr>
        <p:spPr>
          <a:xfrm>
            <a:off x="4355976" y="386104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Go to Create Quality Inspection List Menu Option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889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1052736"/>
            <a:ext cx="8496944" cy="50405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8626" y="4726885"/>
            <a:ext cx="445738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Select the PO in which Inspection Request is to be created and click on EDIT button.</a:t>
            </a:r>
          </a:p>
        </p:txBody>
      </p:sp>
      <p:sp>
        <p:nvSpPr>
          <p:cNvPr id="4" name="Oval 3"/>
          <p:cNvSpPr/>
          <p:nvPr/>
        </p:nvSpPr>
        <p:spPr>
          <a:xfrm>
            <a:off x="539552" y="3717032"/>
            <a:ext cx="360040" cy="43204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/>
          <p:cNvCxnSpPr>
            <a:stCxn id="4" idx="5"/>
            <a:endCxn id="3" idx="0"/>
          </p:cNvCxnSpPr>
          <p:nvPr/>
        </p:nvCxnSpPr>
        <p:spPr>
          <a:xfrm>
            <a:off x="846865" y="4085808"/>
            <a:ext cx="1640456" cy="6410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loud 5"/>
          <p:cNvSpPr/>
          <p:nvPr/>
        </p:nvSpPr>
        <p:spPr>
          <a:xfrm>
            <a:off x="4507099" y="90589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It will show list of PO issued to Supplier.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232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1052736"/>
            <a:ext cx="8568952" cy="52565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0675" y="5662989"/>
            <a:ext cx="445738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the NEW button to create new Inspection List to offer for Inspection.</a:t>
            </a:r>
          </a:p>
        </p:txBody>
      </p:sp>
      <p:sp>
        <p:nvSpPr>
          <p:cNvPr id="4" name="Oval 3"/>
          <p:cNvSpPr/>
          <p:nvPr/>
        </p:nvSpPr>
        <p:spPr>
          <a:xfrm>
            <a:off x="971600" y="4437112"/>
            <a:ext cx="360040" cy="43204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/>
          <p:cNvCxnSpPr>
            <a:stCxn id="4" idx="5"/>
            <a:endCxn id="3" idx="0"/>
          </p:cNvCxnSpPr>
          <p:nvPr/>
        </p:nvCxnSpPr>
        <p:spPr>
          <a:xfrm>
            <a:off x="1278913" y="4805888"/>
            <a:ext cx="1640457" cy="8571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loud 5"/>
          <p:cNvSpPr/>
          <p:nvPr/>
        </p:nvSpPr>
        <p:spPr>
          <a:xfrm>
            <a:off x="4507099" y="90589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It will show the PO details and a List of already created Inspection List.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34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1052736"/>
            <a:ext cx="8640960" cy="51125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4811" y="5579948"/>
            <a:ext cx="4457389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A New Offer Record is created and will appear on top of the list. To select Items in this Offer Click on Get Template button.</a:t>
            </a:r>
          </a:p>
        </p:txBody>
      </p:sp>
      <p:sp>
        <p:nvSpPr>
          <p:cNvPr id="4" name="Oval 3"/>
          <p:cNvSpPr/>
          <p:nvPr/>
        </p:nvSpPr>
        <p:spPr>
          <a:xfrm>
            <a:off x="251520" y="4437112"/>
            <a:ext cx="8136904" cy="57606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/>
          <p:cNvCxnSpPr>
            <a:stCxn id="4" idx="4"/>
            <a:endCxn id="3" idx="0"/>
          </p:cNvCxnSpPr>
          <p:nvPr/>
        </p:nvCxnSpPr>
        <p:spPr>
          <a:xfrm flipH="1">
            <a:off x="4143506" y="5013176"/>
            <a:ext cx="176466" cy="5667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1187624" y="4869160"/>
            <a:ext cx="1728192" cy="135259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15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79512" y="1052736"/>
            <a:ext cx="8640960" cy="5112568"/>
          </a:xfrm>
          <a:prstGeom prst="rect">
            <a:avLst/>
          </a:prstGeom>
        </p:spPr>
      </p:pic>
      <p:sp>
        <p:nvSpPr>
          <p:cNvPr id="3" name="Cloud 2"/>
          <p:cNvSpPr/>
          <p:nvPr/>
        </p:nvSpPr>
        <p:spPr>
          <a:xfrm>
            <a:off x="2123728" y="4077072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An MS Excel file will be downloaded, save and Open the Excel File. It contains all child Items of PO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4372568" y="1484784"/>
            <a:ext cx="4457389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Enter Offered Quantity and Stage/Final against Items to be Inspected. [Do not enter any thing against Items you do not want to offer]</a:t>
            </a:r>
          </a:p>
        </p:txBody>
      </p:sp>
      <p:sp>
        <p:nvSpPr>
          <p:cNvPr id="5" name="Oval 4"/>
          <p:cNvSpPr/>
          <p:nvPr/>
        </p:nvSpPr>
        <p:spPr>
          <a:xfrm>
            <a:off x="6372200" y="2708920"/>
            <a:ext cx="1440160" cy="151216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>
            <a:stCxn id="5" idx="0"/>
          </p:cNvCxnSpPr>
          <p:nvPr/>
        </p:nvCxnSpPr>
        <p:spPr>
          <a:xfrm flipH="1" flipV="1">
            <a:off x="6601263" y="2408114"/>
            <a:ext cx="491017" cy="3008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48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73716"/>
            <a:ext cx="8671901" cy="4875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loud 2"/>
          <p:cNvSpPr/>
          <p:nvPr/>
        </p:nvSpPr>
        <p:spPr>
          <a:xfrm>
            <a:off x="4499992" y="1196752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Save the Excel and upload It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90675" y="5662989"/>
            <a:ext cx="445738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Browse/Search button to locate Excel file and click on Upload Button.</a:t>
            </a:r>
          </a:p>
        </p:txBody>
      </p:sp>
      <p:sp>
        <p:nvSpPr>
          <p:cNvPr id="6" name="Oval 5"/>
          <p:cNvSpPr/>
          <p:nvPr/>
        </p:nvSpPr>
        <p:spPr>
          <a:xfrm>
            <a:off x="395536" y="3861048"/>
            <a:ext cx="2307809" cy="57606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/>
          <p:cNvCxnSpPr>
            <a:stCxn id="5" idx="0"/>
            <a:endCxn id="6" idx="5"/>
          </p:cNvCxnSpPr>
          <p:nvPr/>
        </p:nvCxnSpPr>
        <p:spPr>
          <a:xfrm flipH="1" flipV="1">
            <a:off x="2365374" y="4352749"/>
            <a:ext cx="553996" cy="1310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22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hlinkClick r:id="rId2" action="ppaction://hlinksldjump"/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7544" y="1556792"/>
            <a:ext cx="8208912" cy="4680519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611560" y="908720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">
              <a:spcBef>
                <a:spcPts val="0"/>
              </a:spcBef>
              <a:defRPr/>
            </a:pPr>
            <a:r>
              <a:rPr lang="en-IN" sz="3200" dirty="0">
                <a:hlinkClick r:id="rId4" action="ppaction://hlinksldjump"/>
              </a:rPr>
              <a:t>Link Inspection List with Inspection Request</a:t>
            </a:r>
            <a:endParaRPr lang="en-IN" sz="3200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0003" y="5620302"/>
            <a:ext cx="445738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Select the Inspection Request from drop down to link Request with Offer</a:t>
            </a:r>
          </a:p>
        </p:txBody>
      </p:sp>
      <p:sp>
        <p:nvSpPr>
          <p:cNvPr id="6" name="Oval 5"/>
          <p:cNvSpPr/>
          <p:nvPr/>
        </p:nvSpPr>
        <p:spPr>
          <a:xfrm>
            <a:off x="3563888" y="4726734"/>
            <a:ext cx="2307809" cy="57606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/>
          <p:cNvCxnSpPr>
            <a:stCxn id="5" idx="0"/>
            <a:endCxn id="6" idx="5"/>
          </p:cNvCxnSpPr>
          <p:nvPr/>
        </p:nvCxnSpPr>
        <p:spPr>
          <a:xfrm flipV="1">
            <a:off x="2678698" y="5218435"/>
            <a:ext cx="2855028" cy="4018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40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hlinkClick r:id="rId2" action="ppaction://hlinksldjump"/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7544" y="1556792"/>
            <a:ext cx="8208912" cy="4680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19067" y="5805264"/>
            <a:ext cx="445738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Submit For QC Button to Offer for Inspection.</a:t>
            </a:r>
          </a:p>
        </p:txBody>
      </p:sp>
      <p:sp>
        <p:nvSpPr>
          <p:cNvPr id="6" name="Oval 5"/>
          <p:cNvSpPr/>
          <p:nvPr/>
        </p:nvSpPr>
        <p:spPr>
          <a:xfrm>
            <a:off x="7164288" y="4731343"/>
            <a:ext cx="576064" cy="57606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/>
          <p:cNvCxnSpPr>
            <a:stCxn id="5" idx="0"/>
            <a:endCxn id="6" idx="5"/>
          </p:cNvCxnSpPr>
          <p:nvPr/>
        </p:nvCxnSpPr>
        <p:spPr>
          <a:xfrm flipV="1">
            <a:off x="6447762" y="5223044"/>
            <a:ext cx="1208227" cy="5822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82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11560" y="908720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">
              <a:spcBef>
                <a:spcPts val="0"/>
              </a:spcBef>
              <a:defRPr/>
            </a:pPr>
            <a:r>
              <a:rPr lang="en-IN" sz="2800" dirty="0">
                <a:hlinkClick r:id="rId2" action="ppaction://hlinksldjump"/>
              </a:rPr>
              <a:t>Convert Cleared QI List to Packing List for Despatch</a:t>
            </a:r>
            <a:endParaRPr lang="en-IN" sz="2800" dirty="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79512" y="1556792"/>
            <a:ext cx="8712968" cy="4680519"/>
          </a:xfrm>
          <a:prstGeom prst="rect">
            <a:avLst/>
          </a:prstGeom>
        </p:spPr>
      </p:pic>
      <p:sp>
        <p:nvSpPr>
          <p:cNvPr id="5" name="Cloud 4"/>
          <p:cNvSpPr/>
          <p:nvPr/>
        </p:nvSpPr>
        <p:spPr>
          <a:xfrm>
            <a:off x="4499992" y="1556792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After Inspection Supplier have an OPTION to convert Cleared Items to Packing List for Directly.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4075051" y="5807005"/>
            <a:ext cx="445738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Convert to Packing List Button, it will show the created Packing List No.</a:t>
            </a:r>
          </a:p>
        </p:txBody>
      </p:sp>
      <p:sp>
        <p:nvSpPr>
          <p:cNvPr id="7" name="Oval 6"/>
          <p:cNvSpPr/>
          <p:nvPr/>
        </p:nvSpPr>
        <p:spPr>
          <a:xfrm>
            <a:off x="7668344" y="4719837"/>
            <a:ext cx="720080" cy="57606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/>
          <p:cNvCxnSpPr>
            <a:stCxn id="6" idx="0"/>
            <a:endCxn id="7" idx="5"/>
          </p:cNvCxnSpPr>
          <p:nvPr/>
        </p:nvCxnSpPr>
        <p:spPr>
          <a:xfrm flipV="1">
            <a:off x="6303746" y="5211538"/>
            <a:ext cx="1979225" cy="5954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loud 10"/>
          <p:cNvSpPr/>
          <p:nvPr/>
        </p:nvSpPr>
        <p:spPr>
          <a:xfrm>
            <a:off x="395536" y="2988568"/>
            <a:ext cx="2808312" cy="1808584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Alternatively Supplier can create Packing List from Packing List Session.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227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11560" y="908720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">
              <a:spcBef>
                <a:spcPts val="0"/>
              </a:spcBef>
              <a:defRPr/>
            </a:pPr>
            <a:r>
              <a:rPr lang="en-IN" sz="2800" dirty="0">
                <a:hlinkClick r:id="rId2" action="ppaction://hlinksldjump"/>
              </a:rPr>
              <a:t>Create Packing List for Despatch</a:t>
            </a:r>
            <a:endParaRPr lang="en-IN" sz="2800" dirty="0">
              <a:solidFill>
                <a:srgbClr val="000000"/>
              </a:solidFill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13" y="1556792"/>
            <a:ext cx="8404358" cy="4725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75856" y="5085184"/>
            <a:ext cx="445738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Create Packing List &amp; Despatch Menu Option.</a:t>
            </a:r>
          </a:p>
        </p:txBody>
      </p:sp>
      <p:sp>
        <p:nvSpPr>
          <p:cNvPr id="6" name="Oval 5"/>
          <p:cNvSpPr/>
          <p:nvPr/>
        </p:nvSpPr>
        <p:spPr>
          <a:xfrm>
            <a:off x="3715010" y="3327364"/>
            <a:ext cx="2009117" cy="57606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/>
          <p:cNvCxnSpPr>
            <a:stCxn id="5" idx="0"/>
            <a:endCxn id="6" idx="5"/>
          </p:cNvCxnSpPr>
          <p:nvPr/>
        </p:nvCxnSpPr>
        <p:spPr>
          <a:xfrm flipH="1" flipV="1">
            <a:off x="5429899" y="3819065"/>
            <a:ext cx="74652" cy="12661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57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24744"/>
            <a:ext cx="8788588" cy="4941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loud 2"/>
          <p:cNvSpPr/>
          <p:nvPr/>
        </p:nvSpPr>
        <p:spPr>
          <a:xfrm>
            <a:off x="4499992" y="1556792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It will show List of PO issued to supplier.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4075051" y="5807005"/>
            <a:ext cx="445738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the EDIT Button to select the Purchase Order.</a:t>
            </a:r>
          </a:p>
        </p:txBody>
      </p:sp>
      <p:sp>
        <p:nvSpPr>
          <p:cNvPr id="5" name="Oval 4"/>
          <p:cNvSpPr/>
          <p:nvPr/>
        </p:nvSpPr>
        <p:spPr>
          <a:xfrm>
            <a:off x="467544" y="3356992"/>
            <a:ext cx="376979" cy="491701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>
            <a:stCxn id="4" idx="0"/>
            <a:endCxn id="5" idx="5"/>
          </p:cNvCxnSpPr>
          <p:nvPr/>
        </p:nvCxnSpPr>
        <p:spPr>
          <a:xfrm flipH="1" flipV="1">
            <a:off x="789316" y="3776685"/>
            <a:ext cx="5514430" cy="2030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57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8568952" cy="5256583"/>
          </a:xfrm>
          <a:prstGeom prst="rect">
            <a:avLst/>
          </a:prstGeom>
        </p:spPr>
      </p:pic>
      <p:sp>
        <p:nvSpPr>
          <p:cNvPr id="3" name="Cloud 2"/>
          <p:cNvSpPr/>
          <p:nvPr/>
        </p:nvSpPr>
        <p:spPr>
          <a:xfrm>
            <a:off x="4572000" y="98072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It will show PO Details and List of already created Packing List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323528" y="5661248"/>
            <a:ext cx="445738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New Button to create Packing List.</a:t>
            </a:r>
          </a:p>
        </p:txBody>
      </p:sp>
      <p:sp>
        <p:nvSpPr>
          <p:cNvPr id="5" name="Oval 4"/>
          <p:cNvSpPr/>
          <p:nvPr/>
        </p:nvSpPr>
        <p:spPr>
          <a:xfrm>
            <a:off x="899592" y="4143773"/>
            <a:ext cx="430239" cy="41969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>
            <a:stCxn id="4" idx="0"/>
            <a:endCxn id="5" idx="5"/>
          </p:cNvCxnSpPr>
          <p:nvPr/>
        </p:nvCxnSpPr>
        <p:spPr>
          <a:xfrm flipH="1" flipV="1">
            <a:off x="1266824" y="4502003"/>
            <a:ext cx="1285399" cy="11592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28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6819" y="5661248"/>
            <a:ext cx="445738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Vehicle No, GR No, GR Date are mandatory.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2" t="27762" r="21649" b="28331"/>
          <a:stretch/>
        </p:blipFill>
        <p:spPr bwMode="auto">
          <a:xfrm>
            <a:off x="251520" y="1628800"/>
            <a:ext cx="8549917" cy="3711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loud 2"/>
          <p:cNvSpPr/>
          <p:nvPr/>
        </p:nvSpPr>
        <p:spPr>
          <a:xfrm>
            <a:off x="4572000" y="98072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Fill the required details and save the form.</a:t>
            </a:r>
            <a:endParaRPr lang="en-GB" dirty="0"/>
          </a:p>
        </p:txBody>
      </p:sp>
      <p:cxnSp>
        <p:nvCxnSpPr>
          <p:cNvPr id="6" name="Straight Arrow Connector 5"/>
          <p:cNvCxnSpPr>
            <a:stCxn id="4" idx="0"/>
            <a:endCxn id="5" idx="4"/>
          </p:cNvCxnSpPr>
          <p:nvPr/>
        </p:nvCxnSpPr>
        <p:spPr>
          <a:xfrm flipV="1">
            <a:off x="4215514" y="5157191"/>
            <a:ext cx="68454" cy="5040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99592" y="4293096"/>
            <a:ext cx="6768752" cy="864095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88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32" y="1124744"/>
            <a:ext cx="8705248" cy="48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loud 2"/>
          <p:cNvSpPr/>
          <p:nvPr/>
        </p:nvSpPr>
        <p:spPr>
          <a:xfrm>
            <a:off x="4572000" y="980728"/>
            <a:ext cx="4320480" cy="144016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A new Packing List record will be created.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323528" y="5661248"/>
            <a:ext cx="445738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Download template button. An Excel file will be downloaded. Save &amp; Open the file.</a:t>
            </a:r>
          </a:p>
        </p:txBody>
      </p:sp>
      <p:sp>
        <p:nvSpPr>
          <p:cNvPr id="5" name="Oval 4"/>
          <p:cNvSpPr/>
          <p:nvPr/>
        </p:nvSpPr>
        <p:spPr>
          <a:xfrm>
            <a:off x="973409" y="4869160"/>
            <a:ext cx="430239" cy="28803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>
            <a:stCxn id="4" idx="0"/>
            <a:endCxn id="5" idx="5"/>
          </p:cNvCxnSpPr>
          <p:nvPr/>
        </p:nvCxnSpPr>
        <p:spPr>
          <a:xfrm flipH="1" flipV="1">
            <a:off x="1340641" y="5115011"/>
            <a:ext cx="1211582" cy="5462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79512" y="1052736"/>
            <a:ext cx="8712968" cy="5256583"/>
          </a:xfrm>
          <a:prstGeom prst="rect">
            <a:avLst/>
          </a:prstGeom>
        </p:spPr>
      </p:pic>
      <p:sp>
        <p:nvSpPr>
          <p:cNvPr id="3" name="Cloud 2"/>
          <p:cNvSpPr/>
          <p:nvPr/>
        </p:nvSpPr>
        <p:spPr>
          <a:xfrm>
            <a:off x="4572000" y="980728"/>
            <a:ext cx="4320480" cy="144016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It will show all Quality Cleared Item List with Balance to Despatch Quantity.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323528" y="5157192"/>
            <a:ext cx="8424936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Enter Quantity against Items to be despatched. Do not write anything against Items you do not want to despatch.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If Items are Packed in Boxes, fill the Package details against those Items. [List of allowed Package Type and Unit of Measurement is given at top, use from allowed list only.]</a:t>
            </a:r>
          </a:p>
        </p:txBody>
      </p:sp>
      <p:sp>
        <p:nvSpPr>
          <p:cNvPr id="5" name="Oval 4"/>
          <p:cNvSpPr/>
          <p:nvPr/>
        </p:nvSpPr>
        <p:spPr>
          <a:xfrm>
            <a:off x="5292080" y="3140967"/>
            <a:ext cx="3600400" cy="540059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>
            <a:stCxn id="4" idx="0"/>
            <a:endCxn id="5" idx="4"/>
          </p:cNvCxnSpPr>
          <p:nvPr/>
        </p:nvCxnSpPr>
        <p:spPr>
          <a:xfrm flipV="1">
            <a:off x="4535996" y="3681026"/>
            <a:ext cx="2556284" cy="14761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91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314" y="1196752"/>
            <a:ext cx="8439150" cy="4744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loud 2"/>
          <p:cNvSpPr/>
          <p:nvPr/>
        </p:nvSpPr>
        <p:spPr>
          <a:xfrm>
            <a:off x="4572000" y="980728"/>
            <a:ext cx="4320480" cy="144016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Save and Upload the Excel File.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323528" y="5157192"/>
            <a:ext cx="842493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Search/Browse Button to locate the Excel file, then Click on Upload Button.</a:t>
            </a:r>
          </a:p>
        </p:txBody>
      </p:sp>
      <p:sp>
        <p:nvSpPr>
          <p:cNvPr id="5" name="Oval 4"/>
          <p:cNvSpPr/>
          <p:nvPr/>
        </p:nvSpPr>
        <p:spPr>
          <a:xfrm>
            <a:off x="539552" y="3681029"/>
            <a:ext cx="2448272" cy="540059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>
            <a:stCxn id="4" idx="0"/>
            <a:endCxn id="5" idx="4"/>
          </p:cNvCxnSpPr>
          <p:nvPr/>
        </p:nvCxnSpPr>
        <p:spPr>
          <a:xfrm flipH="1" flipV="1">
            <a:off x="1763688" y="4221088"/>
            <a:ext cx="2772308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48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11560" y="908720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">
              <a:spcBef>
                <a:spcPts val="0"/>
              </a:spcBef>
              <a:defRPr/>
            </a:pPr>
            <a:r>
              <a:rPr lang="en-IN" sz="2800" dirty="0">
                <a:hlinkClick r:id="rId2" action="ppaction://hlinksldjump"/>
              </a:rPr>
              <a:t>Raise Vehicle Placement Request from Packing List</a:t>
            </a:r>
            <a:endParaRPr lang="en-IN" sz="2800" dirty="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467544" y="1556792"/>
            <a:ext cx="8064896" cy="4680519"/>
          </a:xfrm>
          <a:prstGeom prst="rect">
            <a:avLst/>
          </a:prstGeom>
        </p:spPr>
      </p:pic>
      <p:sp>
        <p:nvSpPr>
          <p:cNvPr id="5" name="Cloud 4"/>
          <p:cNvSpPr/>
          <p:nvPr/>
        </p:nvSpPr>
        <p:spPr>
          <a:xfrm>
            <a:off x="4572000" y="980728"/>
            <a:ext cx="4320480" cy="144016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Supplier have an option to Raise Vehicle Request on ISGEC for Packing List.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5795972"/>
            <a:ext cx="842493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Raise Vehicle Request Button</a:t>
            </a:r>
          </a:p>
        </p:txBody>
      </p:sp>
      <p:sp>
        <p:nvSpPr>
          <p:cNvPr id="7" name="Oval 6"/>
          <p:cNvSpPr/>
          <p:nvPr/>
        </p:nvSpPr>
        <p:spPr>
          <a:xfrm>
            <a:off x="6732240" y="4833157"/>
            <a:ext cx="648072" cy="540059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/>
          <p:cNvCxnSpPr>
            <a:stCxn id="6" idx="0"/>
            <a:endCxn id="7" idx="4"/>
          </p:cNvCxnSpPr>
          <p:nvPr/>
        </p:nvCxnSpPr>
        <p:spPr>
          <a:xfrm flipV="1">
            <a:off x="4535996" y="5373216"/>
            <a:ext cx="2520280" cy="422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71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67544" y="1556792"/>
            <a:ext cx="8064896" cy="4680519"/>
          </a:xfrm>
          <a:prstGeom prst="rect">
            <a:avLst/>
          </a:prstGeom>
        </p:spPr>
      </p:pic>
      <p:sp>
        <p:nvSpPr>
          <p:cNvPr id="5" name="Cloud 4"/>
          <p:cNvSpPr/>
          <p:nvPr/>
        </p:nvSpPr>
        <p:spPr>
          <a:xfrm>
            <a:off x="4572000" y="980728"/>
            <a:ext cx="4320480" cy="144016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Edit the Packing List Record before despatch.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5795972"/>
            <a:ext cx="842493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the EDIT Button.</a:t>
            </a:r>
          </a:p>
        </p:txBody>
      </p:sp>
      <p:sp>
        <p:nvSpPr>
          <p:cNvPr id="7" name="Oval 6"/>
          <p:cNvSpPr/>
          <p:nvPr/>
        </p:nvSpPr>
        <p:spPr>
          <a:xfrm>
            <a:off x="827584" y="4941168"/>
            <a:ext cx="504056" cy="43204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/>
          <p:cNvCxnSpPr>
            <a:stCxn id="6" idx="0"/>
            <a:endCxn id="7" idx="4"/>
          </p:cNvCxnSpPr>
          <p:nvPr/>
        </p:nvCxnSpPr>
        <p:spPr>
          <a:xfrm flipH="1" flipV="1">
            <a:off x="1079612" y="5373216"/>
            <a:ext cx="3456384" cy="422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76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hlinkClick r:id="rId2" action="ppaction://hlinksldjump"/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95536" y="1556792"/>
            <a:ext cx="8280920" cy="4536503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611560" y="908720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">
              <a:defRPr/>
            </a:pPr>
            <a:r>
              <a:rPr lang="en-IN" sz="2800" dirty="0">
                <a:hlinkClick r:id="rId2" action="ppaction://hlinksldjump"/>
              </a:rPr>
              <a:t>Link Packing List with Vehicle Request &amp; Despatch</a:t>
            </a:r>
            <a:endParaRPr lang="en-IN" sz="2800" dirty="0">
              <a:solidFill>
                <a:srgbClr val="000000"/>
              </a:solidFill>
            </a:endParaRPr>
          </a:p>
        </p:txBody>
      </p:sp>
      <p:sp>
        <p:nvSpPr>
          <p:cNvPr id="5" name="Cloud 4"/>
          <p:cNvSpPr/>
          <p:nvPr/>
        </p:nvSpPr>
        <p:spPr>
          <a:xfrm>
            <a:off x="4572000" y="1484784"/>
            <a:ext cx="4320480" cy="144016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Before despatch Edit Packing List Record.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5157192"/>
            <a:ext cx="8424936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Press any key in Vehicle Execution No. Field to see Vehicle Request select the relevant Request, Transporter Code will automatically filled. Update other fields and SAVE the record.</a:t>
            </a:r>
          </a:p>
        </p:txBody>
      </p:sp>
      <p:sp>
        <p:nvSpPr>
          <p:cNvPr id="7" name="Oval 6"/>
          <p:cNvSpPr/>
          <p:nvPr/>
        </p:nvSpPr>
        <p:spPr>
          <a:xfrm>
            <a:off x="2051720" y="2780928"/>
            <a:ext cx="1800200" cy="540059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/>
          <p:cNvCxnSpPr>
            <a:stCxn id="6" idx="0"/>
            <a:endCxn id="7" idx="4"/>
          </p:cNvCxnSpPr>
          <p:nvPr/>
        </p:nvCxnSpPr>
        <p:spPr>
          <a:xfrm flipH="1" flipV="1">
            <a:off x="2951820" y="3320987"/>
            <a:ext cx="1584176" cy="18362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43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67544" y="1556792"/>
            <a:ext cx="8064896" cy="4680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3528" y="5795972"/>
            <a:ext cx="792088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Despatch Button to despatch the Material and lock the Packing List from Modification.</a:t>
            </a:r>
          </a:p>
        </p:txBody>
      </p:sp>
      <p:sp>
        <p:nvSpPr>
          <p:cNvPr id="7" name="Oval 6"/>
          <p:cNvSpPr/>
          <p:nvPr/>
        </p:nvSpPr>
        <p:spPr>
          <a:xfrm>
            <a:off x="7380312" y="4833157"/>
            <a:ext cx="648072" cy="540059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/>
          <p:cNvCxnSpPr>
            <a:stCxn id="6" idx="0"/>
            <a:endCxn id="7" idx="4"/>
          </p:cNvCxnSpPr>
          <p:nvPr/>
        </p:nvCxnSpPr>
        <p:spPr>
          <a:xfrm flipV="1">
            <a:off x="4283968" y="5373216"/>
            <a:ext cx="3420380" cy="422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76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11560" y="2924944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"/>
            <a:r>
              <a:rPr lang="en-IN" sz="2800" u="none" strike="noStrike" dirty="0" smtClean="0">
                <a:effectLst/>
              </a:rPr>
              <a:t>END</a:t>
            </a:r>
            <a:endParaRPr lang="en-IN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1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3382</TotalTime>
  <Words>634</Words>
  <Application>Microsoft Office PowerPoint</Application>
  <PresentationFormat>On-screen Show (4:3)</PresentationFormat>
  <Paragraphs>60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lalit</dc:creator>
  <cp:lastModifiedBy>lalit</cp:lastModifiedBy>
  <cp:revision>134</cp:revision>
  <dcterms:created xsi:type="dcterms:W3CDTF">2018-11-10T10:27:30Z</dcterms:created>
  <dcterms:modified xsi:type="dcterms:W3CDTF">2019-01-04T08:45:02Z</dcterms:modified>
</cp:coreProperties>
</file>