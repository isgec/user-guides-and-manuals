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3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7279" autoAdjust="0"/>
    <p:restoredTop sz="94676" autoAdjust="0"/>
  </p:normalViewPr>
  <p:slideViewPr>
    <p:cSldViewPr>
      <p:cViewPr>
        <p:scale>
          <a:sx n="80" d="100"/>
          <a:sy n="80" d="100"/>
        </p:scale>
        <p:origin x="-8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17C44-F41F-4E3C-94A1-D764ABF58BD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F789B-8D11-4410-93C1-F44FB2F1D5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01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01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49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58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2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39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86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5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46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2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11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205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PT Template6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" y="0"/>
            <a:ext cx="9140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F5F24-1C28-4A77-92AE-C5BB89597CD7}" type="datetime1">
              <a:rPr lang="en-US"/>
              <a:pPr>
                <a:defRPr/>
              </a:pPr>
              <a:t>1/4/2019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9C3CA-6E7C-42F1-BCCA-1FC6BC4543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9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8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85800" y="980729"/>
            <a:ext cx="7772400" cy="864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CONTROL TOWER</a:t>
            </a:r>
            <a:endParaRPr lang="en-GB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39552" y="1916832"/>
            <a:ext cx="8280920" cy="43924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u="sng" dirty="0" smtClean="0"/>
              <a:t>USER MANUAL</a:t>
            </a:r>
          </a:p>
          <a:p>
            <a:pPr marL="0" indent="0" algn="ctr">
              <a:buNone/>
            </a:pPr>
            <a:endParaRPr lang="en-GB" sz="2400" dirty="0" smtClean="0">
              <a:hlinkClick r:id="rId2" action="ppaction://hlinksldjump"/>
            </a:endParaRPr>
          </a:p>
          <a:p>
            <a:pPr marL="0" indent="0" algn="ctr">
              <a:buNone/>
            </a:pPr>
            <a:r>
              <a:rPr lang="en-GB" sz="2800" dirty="0" smtClean="0">
                <a:hlinkClick r:id="rId2" action="ppaction://hlinksldjump"/>
              </a:rPr>
              <a:t>Traffic Officer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313308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1052736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>
                <a:hlinkClick r:id="rId2" action="ppaction://hlinksldjump"/>
              </a:rPr>
              <a:t>Traffic Officer</a:t>
            </a:r>
            <a:endParaRPr lang="en-GB" sz="3200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282314"/>
              </p:ext>
            </p:extLst>
          </p:nvPr>
        </p:nvGraphicFramePr>
        <p:xfrm>
          <a:off x="755576" y="2564904"/>
          <a:ext cx="7416824" cy="1728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6824"/>
              </a:tblGrid>
              <a:tr h="576064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u="none" strike="noStrike" dirty="0" smtClean="0">
                          <a:effectLst/>
                        </a:rPr>
                        <a:t>Main Sessions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5725" marR="9525" marT="9525" marB="0" anchor="ctr"/>
                </a:tc>
              </a:tr>
              <a:tr h="57606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u="none" strike="noStrike" dirty="0" smtClean="0">
                          <a:effectLst/>
                          <a:hlinkClick r:id="rId3" action="ppaction://hlinksldjump"/>
                        </a:rPr>
                        <a:t>Execute </a:t>
                      </a:r>
                      <a:r>
                        <a:rPr lang="fr-FR" sz="1400" u="none" strike="noStrike" dirty="0" err="1" smtClean="0">
                          <a:effectLst/>
                          <a:hlinkClick r:id="rId3" action="ppaction://hlinksldjump"/>
                        </a:rPr>
                        <a:t>Vehicle</a:t>
                      </a:r>
                      <a:r>
                        <a:rPr lang="fr-FR" sz="1400" u="none" strike="noStrike" dirty="0" smtClean="0">
                          <a:effectLst/>
                          <a:hlinkClick r:id="rId3" action="ppaction://hlinksldjump"/>
                        </a:rPr>
                        <a:t> </a:t>
                      </a:r>
                      <a:r>
                        <a:rPr lang="fr-FR" sz="1400" u="none" strike="noStrike" dirty="0" err="1" smtClean="0">
                          <a:effectLst/>
                          <a:hlinkClick r:id="rId3" action="ppaction://hlinksldjump"/>
                        </a:rPr>
                        <a:t>Request</a:t>
                      </a:r>
                      <a:r>
                        <a:rPr lang="fr-FR" sz="1400" u="none" strike="noStrike" dirty="0" smtClean="0">
                          <a:effectLst/>
                          <a:hlinkClick r:id="rId3" action="ppaction://hlinksldjump"/>
                        </a:rPr>
                        <a:t> &amp; </a:t>
                      </a:r>
                      <a:r>
                        <a:rPr lang="fr-FR" sz="1400" u="none" strike="noStrike" dirty="0" err="1" smtClean="0">
                          <a:effectLst/>
                          <a:hlinkClick r:id="rId3" action="ppaction://hlinksldjump"/>
                        </a:rPr>
                        <a:t>Vehicle</a:t>
                      </a:r>
                      <a:r>
                        <a:rPr lang="fr-FR" sz="1400" u="none" strike="noStrike" dirty="0" smtClean="0">
                          <a:effectLst/>
                          <a:hlinkClick r:id="rId3" action="ppaction://hlinksldjump"/>
                        </a:rPr>
                        <a:t> Placement</a:t>
                      </a:r>
                      <a:endParaRPr lang="fr-FR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</a:tr>
              <a:tr h="57606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u="none" strike="noStrike" dirty="0" smtClean="0">
                          <a:effectLst/>
                          <a:hlinkClick r:id="rId4" action="ppaction://hlinksldjump"/>
                        </a:rPr>
                        <a:t>Confirm Vehicle Placed</a:t>
                      </a:r>
                      <a:endParaRPr lang="en-GB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76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1052736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">
              <a:spcBef>
                <a:spcPts val="0"/>
              </a:spcBef>
              <a:defRPr/>
            </a:pPr>
            <a:r>
              <a:rPr lang="fr-FR" sz="3200" dirty="0">
                <a:hlinkClick r:id="rId2" action="ppaction://hlinksldjump"/>
              </a:rPr>
              <a:t>Execute </a:t>
            </a:r>
            <a:r>
              <a:rPr lang="fr-FR" sz="3200" dirty="0" err="1">
                <a:hlinkClick r:id="rId2" action="ppaction://hlinksldjump"/>
              </a:rPr>
              <a:t>Vehicle</a:t>
            </a:r>
            <a:r>
              <a:rPr lang="fr-FR" sz="3200" dirty="0">
                <a:hlinkClick r:id="rId2" action="ppaction://hlinksldjump"/>
              </a:rPr>
              <a:t> </a:t>
            </a:r>
            <a:r>
              <a:rPr lang="fr-FR" sz="3200" dirty="0" err="1">
                <a:hlinkClick r:id="rId2" action="ppaction://hlinksldjump"/>
              </a:rPr>
              <a:t>Request</a:t>
            </a:r>
            <a:r>
              <a:rPr lang="fr-FR" sz="3200" dirty="0">
                <a:hlinkClick r:id="rId2" action="ppaction://hlinksldjump"/>
              </a:rPr>
              <a:t> &amp; </a:t>
            </a:r>
            <a:r>
              <a:rPr lang="fr-FR" sz="3200" dirty="0" err="1">
                <a:hlinkClick r:id="rId2" action="ppaction://hlinksldjump"/>
              </a:rPr>
              <a:t>Vehicle</a:t>
            </a:r>
            <a:r>
              <a:rPr lang="fr-FR" sz="3200" dirty="0">
                <a:hlinkClick r:id="rId2" action="ppaction://hlinksldjump"/>
              </a:rPr>
              <a:t> Placement</a:t>
            </a:r>
            <a:endParaRPr lang="fr-FR" sz="3200" dirty="0">
              <a:solidFill>
                <a:srgbClr val="000000"/>
              </a:solidFill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8568952" cy="481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716016" y="4581128"/>
            <a:ext cx="3024336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Maintain Request Execution Menu Option.</a:t>
            </a:r>
          </a:p>
        </p:txBody>
      </p:sp>
      <p:sp>
        <p:nvSpPr>
          <p:cNvPr id="5" name="Oval 4"/>
          <p:cNvSpPr/>
          <p:nvPr/>
        </p:nvSpPr>
        <p:spPr>
          <a:xfrm>
            <a:off x="1907704" y="3587929"/>
            <a:ext cx="129614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/>
          <p:cNvCxnSpPr>
            <a:stCxn id="5" idx="5"/>
            <a:endCxn id="4" idx="0"/>
          </p:cNvCxnSpPr>
          <p:nvPr/>
        </p:nvCxnSpPr>
        <p:spPr>
          <a:xfrm>
            <a:off x="3014032" y="3833780"/>
            <a:ext cx="3214152" cy="7473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63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8833325" cy="496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5536" y="4149080"/>
            <a:ext cx="3024336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NEW button to create new request Execution.</a:t>
            </a:r>
          </a:p>
        </p:txBody>
      </p:sp>
      <p:sp>
        <p:nvSpPr>
          <p:cNvPr id="4" name="Oval 3"/>
          <p:cNvSpPr/>
          <p:nvPr/>
        </p:nvSpPr>
        <p:spPr>
          <a:xfrm>
            <a:off x="743910" y="2852936"/>
            <a:ext cx="371706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loud 4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System will show already placed vehicles record.</a:t>
            </a:r>
            <a:endParaRPr lang="en-GB" dirty="0"/>
          </a:p>
        </p:txBody>
      </p:sp>
      <p:cxnSp>
        <p:nvCxnSpPr>
          <p:cNvPr id="6" name="Straight Arrow Connector 5"/>
          <p:cNvCxnSpPr>
            <a:stCxn id="4" idx="5"/>
            <a:endCxn id="3" idx="0"/>
          </p:cNvCxnSpPr>
          <p:nvPr/>
        </p:nvCxnSpPr>
        <p:spPr>
          <a:xfrm>
            <a:off x="1061181" y="3098787"/>
            <a:ext cx="846523" cy="105029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91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64" y="1268760"/>
            <a:ext cx="8833324" cy="496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488167" y="4293096"/>
            <a:ext cx="3024336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Fill the details and Save The Record.</a:t>
            </a:r>
          </a:p>
        </p:txBody>
      </p:sp>
      <p:sp>
        <p:nvSpPr>
          <p:cNvPr id="4" name="Oval 3"/>
          <p:cNvSpPr/>
          <p:nvPr/>
        </p:nvSpPr>
        <p:spPr>
          <a:xfrm>
            <a:off x="557096" y="2924944"/>
            <a:ext cx="371706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loud 4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Following screen will appear.</a:t>
            </a:r>
            <a:endParaRPr lang="en-GB" dirty="0"/>
          </a:p>
        </p:txBody>
      </p:sp>
      <p:cxnSp>
        <p:nvCxnSpPr>
          <p:cNvPr id="6" name="Straight Arrow Connector 5"/>
          <p:cNvCxnSpPr>
            <a:stCxn id="4" idx="5"/>
            <a:endCxn id="3" idx="0"/>
          </p:cNvCxnSpPr>
          <p:nvPr/>
        </p:nvCxnSpPr>
        <p:spPr>
          <a:xfrm>
            <a:off x="874367" y="3170795"/>
            <a:ext cx="5125968" cy="11223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36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1124744"/>
            <a:ext cx="8640960" cy="50405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27784" y="5104763"/>
            <a:ext cx="3024336" cy="120032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Link Request to Select the Vehicle Request in this Vehicle Execution. After Linking Click Exit Button.</a:t>
            </a:r>
          </a:p>
        </p:txBody>
      </p:sp>
      <p:sp>
        <p:nvSpPr>
          <p:cNvPr id="4" name="Oval 3"/>
          <p:cNvSpPr/>
          <p:nvPr/>
        </p:nvSpPr>
        <p:spPr>
          <a:xfrm>
            <a:off x="7596336" y="3861048"/>
            <a:ext cx="432048" cy="2160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loud 4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After Saving following screen will appear.</a:t>
            </a:r>
            <a:endParaRPr lang="en-GB" dirty="0"/>
          </a:p>
        </p:txBody>
      </p:sp>
      <p:cxnSp>
        <p:nvCxnSpPr>
          <p:cNvPr id="6" name="Straight Arrow Connector 5"/>
          <p:cNvCxnSpPr>
            <a:stCxn id="4" idx="2"/>
          </p:cNvCxnSpPr>
          <p:nvPr/>
        </p:nvCxnSpPr>
        <p:spPr>
          <a:xfrm flipH="1">
            <a:off x="5652120" y="4941168"/>
            <a:ext cx="1944216" cy="7637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611560" y="1700808"/>
            <a:ext cx="3456384" cy="4320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50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323528" y="1196752"/>
            <a:ext cx="8424936" cy="51125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55976" y="4753836"/>
            <a:ext cx="3024336" cy="9233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Confirm Vehicle to notify concerned and lock execution.</a:t>
            </a:r>
          </a:p>
        </p:txBody>
      </p:sp>
      <p:sp>
        <p:nvSpPr>
          <p:cNvPr id="4" name="Oval 3"/>
          <p:cNvSpPr/>
          <p:nvPr/>
        </p:nvSpPr>
        <p:spPr>
          <a:xfrm>
            <a:off x="5868144" y="3357595"/>
            <a:ext cx="371706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loud 4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Recently created Request Execution will appear at top of the List.</a:t>
            </a:r>
            <a:endParaRPr lang="en-GB" dirty="0"/>
          </a:p>
        </p:txBody>
      </p:sp>
      <p:cxnSp>
        <p:nvCxnSpPr>
          <p:cNvPr id="6" name="Straight Arrow Connector 5"/>
          <p:cNvCxnSpPr>
            <a:endCxn id="3" idx="0"/>
          </p:cNvCxnSpPr>
          <p:nvPr/>
        </p:nvCxnSpPr>
        <p:spPr>
          <a:xfrm flipH="1">
            <a:off x="5868144" y="3645627"/>
            <a:ext cx="158635" cy="110820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31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 action="ppaction://hlinksldjump"/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51520" y="1268760"/>
            <a:ext cx="8640960" cy="5112567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11560" y="54868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>
              <a:defRPr/>
            </a:pPr>
            <a:r>
              <a:rPr lang="en-GB" sz="3200" dirty="0">
                <a:hlinkClick r:id="rId2" action="ppaction://hlinksldjump"/>
              </a:rPr>
              <a:t>Confirm Vehicle Placed</a:t>
            </a:r>
            <a:endParaRPr lang="en-GB" sz="3200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83465" y="4749244"/>
            <a:ext cx="3024336" cy="120032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this button when you get confirm information about Vehicle is Placed at supplier Location.</a:t>
            </a:r>
          </a:p>
        </p:txBody>
      </p:sp>
      <p:sp>
        <p:nvSpPr>
          <p:cNvPr id="6" name="Oval 5"/>
          <p:cNvSpPr/>
          <p:nvPr/>
        </p:nvSpPr>
        <p:spPr>
          <a:xfrm>
            <a:off x="6295633" y="3357595"/>
            <a:ext cx="371706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loud 6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When Vehicle is Confirmed, then Vehicle Placed Button will appear.</a:t>
            </a:r>
            <a:endParaRPr lang="en-GB" dirty="0"/>
          </a:p>
        </p:txBody>
      </p:sp>
      <p:cxnSp>
        <p:nvCxnSpPr>
          <p:cNvPr id="8" name="Straight Arrow Connector 7"/>
          <p:cNvCxnSpPr>
            <a:stCxn id="6" idx="5"/>
            <a:endCxn id="5" idx="0"/>
          </p:cNvCxnSpPr>
          <p:nvPr/>
        </p:nvCxnSpPr>
        <p:spPr>
          <a:xfrm flipH="1">
            <a:off x="6295633" y="3603446"/>
            <a:ext cx="317271" cy="114579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72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2924944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/>
            <a:r>
              <a:rPr lang="en-IN" sz="2800" u="none" strike="noStrike" dirty="0" smtClean="0">
                <a:effectLst/>
              </a:rPr>
              <a:t>END</a:t>
            </a:r>
            <a:endParaRPr lang="en-IN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1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3382</TotalTime>
  <Words>146</Words>
  <Application>Microsoft Office PowerPoint</Application>
  <PresentationFormat>On-screen Show (4:3)</PresentationFormat>
  <Paragraphs>22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lalit</dc:creator>
  <cp:lastModifiedBy>lalit</cp:lastModifiedBy>
  <cp:revision>134</cp:revision>
  <dcterms:created xsi:type="dcterms:W3CDTF">2018-11-10T10:27:30Z</dcterms:created>
  <dcterms:modified xsi:type="dcterms:W3CDTF">2019-01-04T08:34:07Z</dcterms:modified>
</cp:coreProperties>
</file>