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319" r:id="rId3"/>
    <p:sldId id="320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9" r:id="rId12"/>
    <p:sldId id="347" r:id="rId13"/>
    <p:sldId id="328" r:id="rId14"/>
    <p:sldId id="348" r:id="rId15"/>
    <p:sldId id="33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7279" autoAdjust="0"/>
    <p:restoredTop sz="94676" autoAdjust="0"/>
  </p:normalViewPr>
  <p:slideViewPr>
    <p:cSldViewPr>
      <p:cViewPr>
        <p:scale>
          <a:sx n="80" d="100"/>
          <a:sy n="80" d="100"/>
        </p:scale>
        <p:origin x="-85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17C44-F41F-4E3C-94A1-D764ABF58BD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F789B-8D11-4410-93C1-F44FB2F1D5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01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019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492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58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292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393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86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5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46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42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11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205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PPT Template6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5" y="0"/>
            <a:ext cx="91408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F5F24-1C28-4A77-92AE-C5BB89597CD7}" type="datetime1">
              <a:rPr lang="en-US"/>
              <a:pPr>
                <a:defRPr/>
              </a:pPr>
              <a:t>1/4/2019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F9C3CA-6E7C-42F1-BCCA-1FC6BC4543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9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D171B-4397-4110-83B4-74970D107742}" type="datetimeFigureOut">
              <a:rPr lang="en-GB" smtClean="0"/>
              <a:t>04/01/2019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26FCD-76C8-4CFB-8A7C-B5FE3CD9C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98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685800" y="980729"/>
            <a:ext cx="7772400" cy="864096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 smtClean="0"/>
              <a:t>CONTROL TOWER</a:t>
            </a:r>
            <a:endParaRPr lang="en-GB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539552" y="1916832"/>
            <a:ext cx="8280920" cy="439248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u="sng" dirty="0" smtClean="0"/>
              <a:t>USER MANUAL</a:t>
            </a:r>
          </a:p>
          <a:p>
            <a:pPr marL="0" indent="0" algn="ctr">
              <a:buNone/>
            </a:pPr>
            <a:endParaRPr lang="en-GB" sz="2400" dirty="0" smtClean="0">
              <a:hlinkClick r:id="rId2" action="ppaction://hlinksldjump"/>
            </a:endParaRPr>
          </a:p>
          <a:p>
            <a:pPr marL="0" indent="0" algn="ctr">
              <a:buNone/>
            </a:pPr>
            <a:endParaRPr lang="en-GB" sz="2400" dirty="0">
              <a:hlinkClick r:id="rId2" action="ppaction://hlinksldjump"/>
            </a:endParaRPr>
          </a:p>
          <a:p>
            <a:pPr marL="0" indent="0" algn="ctr">
              <a:buNone/>
            </a:pPr>
            <a:r>
              <a:rPr lang="en-GB" sz="2400" dirty="0" smtClean="0">
                <a:hlinkClick r:id="rId2" action="ppaction://hlinksldjump"/>
              </a:rPr>
              <a:t>Projects</a:t>
            </a:r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313308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1052736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>
                <a:hlinkClick r:id="rId2" action="ppaction://hlinksldjump"/>
              </a:rPr>
              <a:t>Projects</a:t>
            </a:r>
            <a:endParaRPr lang="en-GB" sz="32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019369"/>
              </p:ext>
            </p:extLst>
          </p:nvPr>
        </p:nvGraphicFramePr>
        <p:xfrm>
          <a:off x="323528" y="2204864"/>
          <a:ext cx="8352928" cy="9451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52928"/>
              </a:tblGrid>
              <a:tr h="315035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b="1" u="none" strike="noStrike" dirty="0" smtClean="0">
                          <a:effectLst/>
                        </a:rPr>
                        <a:t>Main Sessions</a:t>
                      </a:r>
                      <a:endParaRPr lang="en-GB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5725" marR="9525" marT="9525" marB="0" anchor="b"/>
                </a:tc>
              </a:tr>
              <a:tr h="315035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  <a:hlinkClick r:id="rId3" action="ppaction://hlinksldjump"/>
                        </a:rPr>
                        <a:t>Material Receipt At Port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71450" marR="9525" marT="9525" marB="0" anchor="b"/>
                </a:tc>
              </a:tr>
              <a:tr h="315035">
                <a:tc>
                  <a:txBody>
                    <a:bodyPr/>
                    <a:lstStyle/>
                    <a:p>
                      <a:pPr algn="l" fontAlgn="b"/>
                      <a:r>
                        <a:rPr lang="en-GB" sz="1400" u="none" strike="noStrike" dirty="0">
                          <a:effectLst/>
                          <a:hlinkClick r:id="rId4" action="ppaction://hlinksldjump"/>
                        </a:rPr>
                        <a:t>Material Shipment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71450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71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1560" y="54868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/>
            <a:r>
              <a:rPr lang="en-GB" sz="3200" u="none" strike="noStrike" dirty="0" smtClean="0">
                <a:effectLst/>
                <a:hlinkClick r:id="rId2" action="ppaction://hlinksldjump"/>
              </a:rPr>
              <a:t>Material Receipt At Port</a:t>
            </a:r>
            <a:endParaRPr lang="en-GB" sz="3200" dirty="0">
              <a:solidFill>
                <a:srgbClr val="000000"/>
              </a:solidFill>
            </a:endParaRPr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85" b="17214"/>
          <a:stretch/>
        </p:blipFill>
        <p:spPr bwMode="auto">
          <a:xfrm>
            <a:off x="251520" y="1135801"/>
            <a:ext cx="8640960" cy="5038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707904" y="4256221"/>
            <a:ext cx="42484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Select the Menu Option </a:t>
            </a:r>
            <a:r>
              <a:rPr lang="en-GB" b="1" dirty="0" smtClean="0">
                <a:solidFill>
                  <a:srgbClr val="FF0000"/>
                </a:solidFill>
              </a:rPr>
              <a:t>PENDING TO RECEIVE AT PORT</a:t>
            </a:r>
          </a:p>
        </p:txBody>
      </p:sp>
      <p:sp>
        <p:nvSpPr>
          <p:cNvPr id="7" name="Oval 6"/>
          <p:cNvSpPr/>
          <p:nvPr/>
        </p:nvSpPr>
        <p:spPr>
          <a:xfrm>
            <a:off x="7020272" y="2276872"/>
            <a:ext cx="1872208" cy="64807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Arrow Connector 7"/>
          <p:cNvCxnSpPr>
            <a:stCxn id="7" idx="4"/>
            <a:endCxn id="6" idx="0"/>
          </p:cNvCxnSpPr>
          <p:nvPr/>
        </p:nvCxnSpPr>
        <p:spPr>
          <a:xfrm flipH="1">
            <a:off x="5832140" y="2924944"/>
            <a:ext cx="2124236" cy="133127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022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8705248" cy="48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427984" y="4595536"/>
            <a:ext cx="42484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</a:t>
            </a:r>
            <a:r>
              <a:rPr lang="en-GB" b="1" dirty="0" smtClean="0">
                <a:solidFill>
                  <a:srgbClr val="FF0000"/>
                </a:solidFill>
              </a:rPr>
              <a:t>RECEIVE</a:t>
            </a:r>
            <a:r>
              <a:rPr lang="en-GB" dirty="0" smtClean="0">
                <a:solidFill>
                  <a:srgbClr val="FF0000"/>
                </a:solidFill>
              </a:rPr>
              <a:t> button to Receive Material at that PORT.</a:t>
            </a:r>
          </a:p>
        </p:txBody>
      </p:sp>
      <p:sp>
        <p:nvSpPr>
          <p:cNvPr id="4" name="Oval 3"/>
          <p:cNvSpPr/>
          <p:nvPr/>
        </p:nvSpPr>
        <p:spPr>
          <a:xfrm>
            <a:off x="7884368" y="3212976"/>
            <a:ext cx="360040" cy="43204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/>
          <p:cNvCxnSpPr>
            <a:stCxn id="4" idx="4"/>
            <a:endCxn id="3" idx="0"/>
          </p:cNvCxnSpPr>
          <p:nvPr/>
        </p:nvCxnSpPr>
        <p:spPr>
          <a:xfrm flipH="1">
            <a:off x="6552220" y="3645024"/>
            <a:ext cx="1512168" cy="9505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Session will show all despatches from supplier to that PORT</a:t>
            </a:r>
            <a:endParaRPr lang="en-GB" dirty="0">
              <a:solidFill>
                <a:srgbClr val="FF0000"/>
              </a:solidFill>
            </a:endParaRP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4361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11560" y="548680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/>
            <a:r>
              <a:rPr lang="en-GB" sz="3200" u="none" strike="noStrike" dirty="0" smtClean="0">
                <a:effectLst/>
                <a:hlinkClick r:id="rId2" action="ppaction://hlinksldjump"/>
              </a:rPr>
              <a:t>Material Shipment</a:t>
            </a:r>
            <a:endParaRPr lang="en-GB" sz="3200" dirty="0">
              <a:solidFill>
                <a:srgbClr val="000000"/>
              </a:solidFill>
            </a:endParaRP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2" b="35507"/>
          <a:stretch/>
        </p:blipFill>
        <p:spPr bwMode="auto">
          <a:xfrm>
            <a:off x="251521" y="1412776"/>
            <a:ext cx="8707834" cy="4645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283968" y="4725144"/>
            <a:ext cx="42484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</a:t>
            </a:r>
            <a:r>
              <a:rPr lang="en-GB" b="1" dirty="0" smtClean="0">
                <a:solidFill>
                  <a:srgbClr val="FF0000"/>
                </a:solidFill>
              </a:rPr>
              <a:t>Maintain Port Packing List</a:t>
            </a:r>
            <a:r>
              <a:rPr lang="en-GB" dirty="0" smtClean="0">
                <a:solidFill>
                  <a:srgbClr val="FF0000"/>
                </a:solidFill>
              </a:rPr>
              <a:t> Menu Option.</a:t>
            </a:r>
          </a:p>
        </p:txBody>
      </p:sp>
      <p:sp>
        <p:nvSpPr>
          <p:cNvPr id="6" name="Oval 5"/>
          <p:cNvSpPr/>
          <p:nvPr/>
        </p:nvSpPr>
        <p:spPr>
          <a:xfrm>
            <a:off x="6804248" y="3273100"/>
            <a:ext cx="1872208" cy="43204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/>
          <p:cNvCxnSpPr>
            <a:stCxn id="6" idx="4"/>
            <a:endCxn id="5" idx="0"/>
          </p:cNvCxnSpPr>
          <p:nvPr/>
        </p:nvCxnSpPr>
        <p:spPr>
          <a:xfrm flipH="1">
            <a:off x="6408204" y="3705148"/>
            <a:ext cx="1332148" cy="10199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02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164" y="1268760"/>
            <a:ext cx="8833324" cy="496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8627" y="5158933"/>
            <a:ext cx="42484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button to Create NEW Shipment Record.</a:t>
            </a:r>
          </a:p>
        </p:txBody>
      </p:sp>
      <p:sp>
        <p:nvSpPr>
          <p:cNvPr id="4" name="Oval 3"/>
          <p:cNvSpPr/>
          <p:nvPr/>
        </p:nvSpPr>
        <p:spPr>
          <a:xfrm>
            <a:off x="683568" y="3140968"/>
            <a:ext cx="360040" cy="43204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/>
          <p:cNvCxnSpPr>
            <a:stCxn id="4" idx="4"/>
            <a:endCxn id="3" idx="0"/>
          </p:cNvCxnSpPr>
          <p:nvPr/>
        </p:nvCxnSpPr>
        <p:spPr>
          <a:xfrm>
            <a:off x="863588" y="3573016"/>
            <a:ext cx="1519275" cy="15859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FF0000"/>
                </a:solidFill>
              </a:rPr>
              <a:t>Session shows already created </a:t>
            </a:r>
            <a:r>
              <a:rPr lang="en-GB" dirty="0" smtClean="0">
                <a:solidFill>
                  <a:srgbClr val="FF0000"/>
                </a:solidFill>
              </a:rPr>
              <a:t>Shipment Records from this PORT.</a:t>
            </a:r>
            <a:endParaRPr lang="en-GB" dirty="0">
              <a:solidFill>
                <a:srgbClr val="FF0000"/>
              </a:solidFill>
            </a:endParaRP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505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95" y="1052736"/>
            <a:ext cx="8961401" cy="5038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8627" y="5050810"/>
            <a:ext cx="424847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SAVE button to save the record.</a:t>
            </a:r>
          </a:p>
        </p:txBody>
      </p:sp>
      <p:sp>
        <p:nvSpPr>
          <p:cNvPr id="4" name="Oval 3"/>
          <p:cNvSpPr/>
          <p:nvPr/>
        </p:nvSpPr>
        <p:spPr>
          <a:xfrm>
            <a:off x="467544" y="2708920"/>
            <a:ext cx="360040" cy="43204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/>
          <p:cNvCxnSpPr>
            <a:stCxn id="4" idx="4"/>
            <a:endCxn id="3" idx="0"/>
          </p:cNvCxnSpPr>
          <p:nvPr/>
        </p:nvCxnSpPr>
        <p:spPr>
          <a:xfrm>
            <a:off x="647564" y="3140968"/>
            <a:ext cx="1735299" cy="19098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Fill the Project ID and Shipment Details. * Marked Fields are Mandatory.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970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8705248" cy="48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58627" y="5050810"/>
            <a:ext cx="424847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Get </a:t>
            </a:r>
            <a:r>
              <a:rPr lang="en-GB" dirty="0" err="1" smtClean="0">
                <a:solidFill>
                  <a:srgbClr val="FF0000"/>
                </a:solidFill>
              </a:rPr>
              <a:t>Tmpl</a:t>
            </a:r>
            <a:r>
              <a:rPr lang="en-GB" dirty="0" smtClean="0">
                <a:solidFill>
                  <a:srgbClr val="FF0000"/>
                </a:solidFill>
              </a:rPr>
              <a:t>. To download EXCEL file.</a:t>
            </a:r>
          </a:p>
        </p:txBody>
      </p:sp>
      <p:sp>
        <p:nvSpPr>
          <p:cNvPr id="4" name="Oval 3"/>
          <p:cNvSpPr/>
          <p:nvPr/>
        </p:nvSpPr>
        <p:spPr>
          <a:xfrm>
            <a:off x="827584" y="3645024"/>
            <a:ext cx="360040" cy="28803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/>
          <p:cNvCxnSpPr>
            <a:stCxn id="4" idx="4"/>
            <a:endCxn id="3" idx="0"/>
          </p:cNvCxnSpPr>
          <p:nvPr/>
        </p:nvCxnSpPr>
        <p:spPr>
          <a:xfrm>
            <a:off x="1007604" y="3933056"/>
            <a:ext cx="1375259" cy="11177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A new record will appear at the TOP of list.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6606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24744"/>
            <a:ext cx="8577171" cy="4822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loud 5"/>
          <p:cNvSpPr/>
          <p:nvPr/>
        </p:nvSpPr>
        <p:spPr>
          <a:xfrm>
            <a:off x="4507099" y="905898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Save and Open the Excel Template File.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8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3" y="1196752"/>
            <a:ext cx="8833325" cy="496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67744" y="4365104"/>
            <a:ext cx="4248472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Fill the </a:t>
            </a:r>
            <a:r>
              <a:rPr lang="en-GB" b="1" dirty="0" smtClean="0">
                <a:solidFill>
                  <a:srgbClr val="FF0000"/>
                </a:solidFill>
              </a:rPr>
              <a:t>quantity</a:t>
            </a:r>
            <a:r>
              <a:rPr lang="en-GB" dirty="0" smtClean="0">
                <a:solidFill>
                  <a:srgbClr val="FF0000"/>
                </a:solidFill>
              </a:rPr>
              <a:t> to be shipped now, Do not type any thing if the Item is not no be shipped.</a:t>
            </a:r>
          </a:p>
        </p:txBody>
      </p:sp>
      <p:sp>
        <p:nvSpPr>
          <p:cNvPr id="4" name="Oval 3"/>
          <p:cNvSpPr/>
          <p:nvPr/>
        </p:nvSpPr>
        <p:spPr>
          <a:xfrm>
            <a:off x="6538923" y="2040898"/>
            <a:ext cx="2232248" cy="64807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6538923" y="4149080"/>
            <a:ext cx="1705485" cy="6776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Cloud 5"/>
          <p:cNvSpPr/>
          <p:nvPr/>
        </p:nvSpPr>
        <p:spPr>
          <a:xfrm>
            <a:off x="258627" y="888770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Template file will show List of all Items Received for Project at this Port.</a:t>
            </a:r>
            <a:endParaRPr lang="en-GB" dirty="0"/>
          </a:p>
        </p:txBody>
      </p:sp>
      <p:sp>
        <p:nvSpPr>
          <p:cNvPr id="13" name="Oval 12"/>
          <p:cNvSpPr/>
          <p:nvPr/>
        </p:nvSpPr>
        <p:spPr>
          <a:xfrm>
            <a:off x="8244407" y="2564904"/>
            <a:ext cx="679163" cy="331236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2051720" y="2920134"/>
            <a:ext cx="42484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It will show Received Quantity, Balance after shipment. </a:t>
            </a:r>
          </a:p>
        </p:txBody>
      </p:sp>
      <p:cxnSp>
        <p:nvCxnSpPr>
          <p:cNvPr id="18" name="Straight Arrow Connector 17"/>
          <p:cNvCxnSpPr>
            <a:stCxn id="4" idx="4"/>
            <a:endCxn id="16" idx="3"/>
          </p:cNvCxnSpPr>
          <p:nvPr/>
        </p:nvCxnSpPr>
        <p:spPr>
          <a:xfrm flipH="1">
            <a:off x="6300192" y="2688970"/>
            <a:ext cx="1354855" cy="5543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61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8705247" cy="48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2"/>
          <p:cNvSpPr/>
          <p:nvPr/>
        </p:nvSpPr>
        <p:spPr>
          <a:xfrm>
            <a:off x="1835696" y="2717304"/>
            <a:ext cx="504056" cy="42366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loud 3"/>
          <p:cNvSpPr/>
          <p:nvPr/>
        </p:nvSpPr>
        <p:spPr>
          <a:xfrm>
            <a:off x="3851920" y="368660"/>
            <a:ext cx="4320480" cy="18002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rgbClr val="FF0000"/>
                </a:solidFill>
              </a:rPr>
              <a:t>Upload the filled Excel Template.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699770" y="5229200"/>
            <a:ext cx="288845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Then click on Upload Button.</a:t>
            </a:r>
          </a:p>
        </p:txBody>
      </p:sp>
      <p:cxnSp>
        <p:nvCxnSpPr>
          <p:cNvPr id="6" name="Straight Arrow Connector 5"/>
          <p:cNvCxnSpPr>
            <a:stCxn id="3" idx="4"/>
            <a:endCxn id="5" idx="0"/>
          </p:cNvCxnSpPr>
          <p:nvPr/>
        </p:nvCxnSpPr>
        <p:spPr>
          <a:xfrm>
            <a:off x="2087724" y="3140968"/>
            <a:ext cx="3056273" cy="20882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03920" y="2717304"/>
            <a:ext cx="1359768" cy="64807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359532" y="4482370"/>
            <a:ext cx="42484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Choose File/Browse button, locate Excel file.</a:t>
            </a:r>
          </a:p>
        </p:txBody>
      </p:sp>
      <p:cxnSp>
        <p:nvCxnSpPr>
          <p:cNvPr id="12" name="Straight Arrow Connector 11"/>
          <p:cNvCxnSpPr>
            <a:stCxn id="10" idx="4"/>
            <a:endCxn id="11" idx="0"/>
          </p:cNvCxnSpPr>
          <p:nvPr/>
        </p:nvCxnSpPr>
        <p:spPr>
          <a:xfrm>
            <a:off x="1083804" y="3365376"/>
            <a:ext cx="1399964" cy="11169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8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8705247" cy="48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Oval 9"/>
          <p:cNvSpPr/>
          <p:nvPr/>
        </p:nvSpPr>
        <p:spPr>
          <a:xfrm>
            <a:off x="435740" y="3356992"/>
            <a:ext cx="360040" cy="32403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539552" y="5229200"/>
            <a:ext cx="42484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Edit Button to view Uploaded Items and Quantity.</a:t>
            </a:r>
          </a:p>
        </p:txBody>
      </p:sp>
      <p:cxnSp>
        <p:nvCxnSpPr>
          <p:cNvPr id="12" name="Straight Arrow Connector 11"/>
          <p:cNvCxnSpPr>
            <a:stCxn id="10" idx="4"/>
            <a:endCxn id="11" idx="0"/>
          </p:cNvCxnSpPr>
          <p:nvPr/>
        </p:nvCxnSpPr>
        <p:spPr>
          <a:xfrm>
            <a:off x="615760" y="3681028"/>
            <a:ext cx="2048028" cy="15481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41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8833324" cy="496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Oval 2"/>
          <p:cNvSpPr/>
          <p:nvPr/>
        </p:nvSpPr>
        <p:spPr>
          <a:xfrm>
            <a:off x="611560" y="5229200"/>
            <a:ext cx="7056784" cy="79208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3923928" y="3195844"/>
            <a:ext cx="367240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Uploaded Items will be shown here.</a:t>
            </a:r>
          </a:p>
        </p:txBody>
      </p:sp>
      <p:cxnSp>
        <p:nvCxnSpPr>
          <p:cNvPr id="5" name="Straight Arrow Connector 4"/>
          <p:cNvCxnSpPr>
            <a:stCxn id="3" idx="0"/>
            <a:endCxn id="4" idx="2"/>
          </p:cNvCxnSpPr>
          <p:nvPr/>
        </p:nvCxnSpPr>
        <p:spPr>
          <a:xfrm flipV="1">
            <a:off x="4139952" y="3565176"/>
            <a:ext cx="1620180" cy="1664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4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8705247" cy="48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Oval 9"/>
          <p:cNvSpPr/>
          <p:nvPr/>
        </p:nvSpPr>
        <p:spPr>
          <a:xfrm>
            <a:off x="8028384" y="3465004"/>
            <a:ext cx="360040" cy="32403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4283968" y="5229200"/>
            <a:ext cx="4248472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Click on the Forward Button to complete the shipment process.</a:t>
            </a:r>
          </a:p>
        </p:txBody>
      </p:sp>
      <p:cxnSp>
        <p:nvCxnSpPr>
          <p:cNvPr id="12" name="Straight Arrow Connector 11"/>
          <p:cNvCxnSpPr>
            <a:stCxn id="10" idx="4"/>
            <a:endCxn id="11" idx="0"/>
          </p:cNvCxnSpPr>
          <p:nvPr/>
        </p:nvCxnSpPr>
        <p:spPr>
          <a:xfrm flipH="1">
            <a:off x="6408204" y="3789040"/>
            <a:ext cx="1800200" cy="14401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94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611560" y="2924944"/>
            <a:ext cx="7776864" cy="6480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"/>
            <a:r>
              <a:rPr lang="en-IN" sz="2800" u="none" strike="noStrike" dirty="0" smtClean="0">
                <a:effectLst/>
              </a:rPr>
              <a:t>END</a:t>
            </a:r>
            <a:endParaRPr lang="en-IN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1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3383</TotalTime>
  <Words>228</Words>
  <Application>Microsoft Office PowerPoint</Application>
  <PresentationFormat>On-screen Show (4:3)</PresentationFormat>
  <Paragraphs>32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lalit</dc:creator>
  <cp:lastModifiedBy>lalit</cp:lastModifiedBy>
  <cp:revision>135</cp:revision>
  <dcterms:created xsi:type="dcterms:W3CDTF">2018-11-10T10:27:30Z</dcterms:created>
  <dcterms:modified xsi:type="dcterms:W3CDTF">2019-01-04T08:39:35Z</dcterms:modified>
</cp:coreProperties>
</file>