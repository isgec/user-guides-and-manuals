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30" r:id="rId3"/>
    <p:sldId id="331" r:id="rId4"/>
    <p:sldId id="332" r:id="rId5"/>
    <p:sldId id="333" r:id="rId6"/>
    <p:sldId id="334" r:id="rId7"/>
    <p:sldId id="335" r:id="rId8"/>
    <p:sldId id="336" r:id="rId9"/>
    <p:sldId id="33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7279" autoAdjust="0"/>
    <p:restoredTop sz="94676" autoAdjust="0"/>
  </p:normalViewPr>
  <p:slideViewPr>
    <p:cSldViewPr>
      <p:cViewPr>
        <p:scale>
          <a:sx n="80" d="100"/>
          <a:sy n="80" d="100"/>
        </p:scale>
        <p:origin x="-85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17C44-F41F-4E3C-94A1-D764ABF58BD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F789B-8D11-4410-93C1-F44FB2F1D5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01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01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49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58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2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39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86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5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46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2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11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205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PT Template6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" y="0"/>
            <a:ext cx="9140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F5F24-1C28-4A77-92AE-C5BB89597CD7}" type="datetime1">
              <a:rPr lang="en-US"/>
              <a:pPr>
                <a:defRPr/>
              </a:pPr>
              <a:t>1/4/2019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9C3CA-6E7C-42F1-BCCA-1FC6BC4543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9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8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85800" y="980729"/>
            <a:ext cx="7772400" cy="864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CONTROL TOWER</a:t>
            </a:r>
            <a:endParaRPr lang="en-GB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39552" y="1916832"/>
            <a:ext cx="8280920" cy="43924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u="sng" dirty="0" smtClean="0"/>
              <a:t>USER MANUAL</a:t>
            </a:r>
          </a:p>
          <a:p>
            <a:pPr marL="0" indent="0" algn="ctr">
              <a:buNone/>
            </a:pPr>
            <a:endParaRPr lang="en-GB" sz="2400" dirty="0" smtClean="0">
              <a:hlinkClick r:id="rId2" action="ppaction://hlinksldjump"/>
            </a:endParaRPr>
          </a:p>
          <a:p>
            <a:pPr marL="0" indent="0" algn="ctr">
              <a:buNone/>
            </a:pPr>
            <a:endParaRPr lang="en-GB" sz="2400" dirty="0">
              <a:hlinkClick r:id="rId2" action="ppaction://hlinksldjump"/>
            </a:endParaRPr>
          </a:p>
          <a:p>
            <a:pPr marL="0" indent="0" algn="ctr">
              <a:buNone/>
            </a:pPr>
            <a:r>
              <a:rPr lang="en-GB" dirty="0" smtClean="0">
                <a:hlinkClick r:id="rId2" action="ppaction://hlinksldjump"/>
              </a:rPr>
              <a:t>Construction</a:t>
            </a: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313308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1052736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>
                <a:hlinkClick r:id="rId2" action="ppaction://hlinksldjump"/>
              </a:rPr>
              <a:t>Construction</a:t>
            </a:r>
            <a:endParaRPr lang="en-GB" sz="3200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394856"/>
              </p:ext>
            </p:extLst>
          </p:nvPr>
        </p:nvGraphicFramePr>
        <p:xfrm>
          <a:off x="467544" y="2132856"/>
          <a:ext cx="7920880" cy="1674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20880"/>
              </a:tblGrid>
              <a:tr h="55806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u="none" strike="noStrike" dirty="0" smtClean="0">
                          <a:effectLst/>
                        </a:rPr>
                        <a:t>Main Sessions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5725" marR="9525" marT="9525" marB="0" anchor="ctr"/>
                </a:tc>
              </a:tr>
              <a:tr h="55806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  <a:hlinkClick r:id="rId3" action="ppaction://hlinksldjump"/>
                        </a:rPr>
                        <a:t>Material Receipt At Site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71450" marR="9525" marT="9525" marB="0" anchor="ctr"/>
                </a:tc>
              </a:tr>
              <a:tr h="55806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hlinkClick r:id="rId4" action="ppaction://hlinksldjump"/>
                        </a:rPr>
                        <a:t>Site Inventory and Material Issue for Construction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71450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92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1560" y="54868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/>
            <a:r>
              <a:rPr lang="en-GB" sz="3200" u="none" strike="noStrike" dirty="0" smtClean="0">
                <a:effectLst/>
                <a:hlinkClick r:id="rId2" action="ppaction://hlinksldjump"/>
              </a:rPr>
              <a:t>Material Receipt At Site</a:t>
            </a:r>
            <a:endParaRPr lang="en-GB" sz="3200" dirty="0">
              <a:solidFill>
                <a:srgbClr val="000000"/>
              </a:solidFill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5" t="-1" b="35288"/>
          <a:stretch/>
        </p:blipFill>
        <p:spPr bwMode="auto">
          <a:xfrm>
            <a:off x="323528" y="1556792"/>
            <a:ext cx="8612706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565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3" y="1153964"/>
            <a:ext cx="8939033" cy="5025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999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54868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"/>
            <a:r>
              <a:rPr lang="en-IN" sz="2800" u="none" strike="noStrike" dirty="0" smtClean="0">
                <a:effectLst/>
                <a:hlinkClick r:id="rId2" action="ppaction://hlinksldjump"/>
              </a:rPr>
              <a:t>Site Inventory and Material Issue for Construction</a:t>
            </a:r>
            <a:endParaRPr lang="en-IN" sz="2800" dirty="0">
              <a:solidFill>
                <a:srgbClr val="000000"/>
              </a:solidFill>
            </a:endParaRP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68" y="1205508"/>
            <a:ext cx="8705248" cy="48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701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8833324" cy="496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596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64" y="1052736"/>
            <a:ext cx="8833324" cy="496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08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64" y="1268760"/>
            <a:ext cx="8833324" cy="496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860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2924944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/>
            <a:r>
              <a:rPr lang="en-IN" sz="2800" u="none" strike="noStrike" dirty="0" smtClean="0">
                <a:effectLst/>
              </a:rPr>
              <a:t>END</a:t>
            </a:r>
            <a:endParaRPr lang="en-IN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1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3381</TotalTime>
  <Words>31</Words>
  <Application>Microsoft Office PowerPoint</Application>
  <PresentationFormat>On-screen Show (4:3)</PresentationFormat>
  <Paragraphs>12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lalit</dc:creator>
  <cp:lastModifiedBy>lalit</cp:lastModifiedBy>
  <cp:revision>135</cp:revision>
  <dcterms:created xsi:type="dcterms:W3CDTF">2018-11-10T10:27:30Z</dcterms:created>
  <dcterms:modified xsi:type="dcterms:W3CDTF">2019-01-04T08:41:29Z</dcterms:modified>
</cp:coreProperties>
</file>