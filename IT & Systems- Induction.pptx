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1470" r:id="rId2"/>
    <p:sldId id="1789" r:id="rId3"/>
    <p:sldId id="1885" r:id="rId4"/>
    <p:sldId id="1874" r:id="rId5"/>
    <p:sldId id="1882" r:id="rId6"/>
    <p:sldId id="1883" r:id="rId7"/>
    <p:sldId id="1884" r:id="rId8"/>
    <p:sldId id="1875" r:id="rId9"/>
    <p:sldId id="1878" r:id="rId10"/>
    <p:sldId id="1886" r:id="rId11"/>
    <p:sldId id="1887" r:id="rId12"/>
    <p:sldId id="1888" r:id="rId13"/>
    <p:sldId id="1879" r:id="rId14"/>
    <p:sldId id="1889" r:id="rId15"/>
    <p:sldId id="1485" r:id="rId16"/>
  </p:sldIdLst>
  <p:sldSz cx="9144000" cy="6858000" type="screen4x3"/>
  <p:notesSz cx="7053263" cy="93567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AEAEA"/>
    <a:srgbClr val="3288C4"/>
    <a:srgbClr val="1B2950"/>
    <a:srgbClr val="52527C"/>
    <a:srgbClr val="FFFFCC"/>
    <a:srgbClr val="FFFFFF"/>
    <a:srgbClr val="FFFF99"/>
    <a:srgbClr val="A3A3FF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97" autoAdjust="0"/>
    <p:restoredTop sz="99660" autoAdjust="0"/>
  </p:normalViewPr>
  <p:slideViewPr>
    <p:cSldViewPr snapToGrid="0">
      <p:cViewPr>
        <p:scale>
          <a:sx n="77" d="100"/>
          <a:sy n="77" d="100"/>
        </p:scale>
        <p:origin x="-1182" y="-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932" y="-114"/>
      </p:cViewPr>
      <p:guideLst>
        <p:guide orient="horz" pos="2947"/>
        <p:guide pos="222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http://192.9.200.172:8080/joomla/index.php/application-links1/75-it-a-system-informations/421-handling-of-spamphishing-mails" TargetMode="External"/><Relationship Id="rId7" Type="http://schemas.openxmlformats.org/officeDocument/2006/relationships/hyperlink" Target="http://192.9.200.172:8080/joomla/index.php/application-links1/75-it-a-system-informations/757-it-guidelines-for-travelling-users" TargetMode="External"/><Relationship Id="rId2" Type="http://schemas.openxmlformats.org/officeDocument/2006/relationships/hyperlink" Target="http://192.9.200.172:8080/joomla/index.php/application-links1/75-it-a-system-informations/758-surveillance-of-internet-access" TargetMode="External"/><Relationship Id="rId1" Type="http://schemas.openxmlformats.org/officeDocument/2006/relationships/hyperlink" Target="http://192.9.200.172:8080/joomla/index.php/application-links1/75-it-a-system-informations/264-it-information-security-procedure" TargetMode="External"/><Relationship Id="rId6" Type="http://schemas.openxmlformats.org/officeDocument/2006/relationships/hyperlink" Target="http://192.9.200.172:8080/joomla/index.php/application-links1/75-it-a-system-informations/266-guidelines-for-data-backup" TargetMode="External"/><Relationship Id="rId5" Type="http://schemas.openxmlformats.org/officeDocument/2006/relationships/hyperlink" Target="http://192.9.200.172:8080/joomla/index.php/application-links1/75-it-a-system-informations/265-fowarding-of-mails-to-personal-e-mails-ids" TargetMode="External"/><Relationship Id="rId4" Type="http://schemas.openxmlformats.org/officeDocument/2006/relationships/hyperlink" Target="http://192.9.200.172:8080/joomla/index.php/application-links1/75-it-a-system-informations/317-fowarding-of-mails-to-personal-e-mails-ids-2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://192.9.200.172:8080/joomla/index.php/application-links1/75-it-a-system-informations/757-it-guidelines-for-travelling-users" TargetMode="External"/><Relationship Id="rId7" Type="http://schemas.openxmlformats.org/officeDocument/2006/relationships/hyperlink" Target="http://192.9.200.172:8080/joomla/index.php/application-links1/75-it-a-system-informations/265-fowarding-of-mails-to-personal-e-mails-ids" TargetMode="External"/><Relationship Id="rId2" Type="http://schemas.openxmlformats.org/officeDocument/2006/relationships/hyperlink" Target="http://192.9.200.172:8080/joomla/index.php/application-links1/75-it-a-system-informations/266-guidelines-for-data-backup" TargetMode="External"/><Relationship Id="rId1" Type="http://schemas.openxmlformats.org/officeDocument/2006/relationships/hyperlink" Target="http://192.9.200.172:8080/joomla/index.php/application-links1/75-it-a-system-informations/264-it-information-security-procedure" TargetMode="External"/><Relationship Id="rId6" Type="http://schemas.openxmlformats.org/officeDocument/2006/relationships/hyperlink" Target="http://192.9.200.172:8080/joomla/index.php/application-links1/75-it-a-system-informations/317-fowarding-of-mails-to-personal-e-mails-ids-2" TargetMode="External"/><Relationship Id="rId5" Type="http://schemas.openxmlformats.org/officeDocument/2006/relationships/hyperlink" Target="http://192.9.200.172:8080/joomla/index.php/application-links1/75-it-a-system-informations/421-handling-of-spamphishing-mails" TargetMode="External"/><Relationship Id="rId4" Type="http://schemas.openxmlformats.org/officeDocument/2006/relationships/hyperlink" Target="http://192.9.200.172:8080/joomla/index.php/application-links1/75-it-a-system-informations/758-surveillance-of-internet-access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C8040A-4875-4FD0-910C-882566E3BA1E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7E9E394-9504-4980-88EB-66A662B0F111}">
      <dgm:prSet phldrT="[Text]" custT="1"/>
      <dgm:spPr/>
      <dgm:t>
        <a:bodyPr/>
        <a:lstStyle/>
        <a:p>
          <a:r>
            <a:rPr lang="en-GB" sz="2000" dirty="0" smtClean="0"/>
            <a:t>HRIS</a:t>
          </a:r>
          <a:endParaRPr lang="en-GB" sz="2000" dirty="0"/>
        </a:p>
      </dgm:t>
    </dgm:pt>
    <dgm:pt modelId="{BAF9A357-7B39-4905-BC2A-718E27411EDA}" type="parTrans" cxnId="{9025DA99-1180-434F-8FCC-379DC70E5572}">
      <dgm:prSet/>
      <dgm:spPr/>
      <dgm:t>
        <a:bodyPr/>
        <a:lstStyle/>
        <a:p>
          <a:endParaRPr lang="en-GB"/>
        </a:p>
      </dgm:t>
    </dgm:pt>
    <dgm:pt modelId="{EE87F12C-0A69-4BA3-847C-4D2060A9B55F}" type="sibTrans" cxnId="{9025DA99-1180-434F-8FCC-379DC70E5572}">
      <dgm:prSet custT="1"/>
      <dgm:spPr/>
      <dgm:t>
        <a:bodyPr/>
        <a:lstStyle/>
        <a:p>
          <a:r>
            <a:rPr lang="en-GB" sz="2000" dirty="0" smtClean="0"/>
            <a:t>ERP</a:t>
          </a:r>
          <a:endParaRPr lang="en-GB" sz="2000" dirty="0"/>
        </a:p>
      </dgm:t>
    </dgm:pt>
    <dgm:pt modelId="{35AEDC73-2413-4B6E-8131-F3CBF22BAE2B}">
      <dgm:prSet phldrT="[Text]" phldr="1"/>
      <dgm:spPr/>
      <dgm:t>
        <a:bodyPr/>
        <a:lstStyle/>
        <a:p>
          <a:endParaRPr lang="en-GB" dirty="0"/>
        </a:p>
      </dgm:t>
    </dgm:pt>
    <dgm:pt modelId="{D2EC7F39-299E-4750-A46D-DD494844257C}" type="parTrans" cxnId="{C7E85D0A-039F-49C3-935B-3BD4C7C7AA95}">
      <dgm:prSet/>
      <dgm:spPr/>
      <dgm:t>
        <a:bodyPr/>
        <a:lstStyle/>
        <a:p>
          <a:endParaRPr lang="en-GB"/>
        </a:p>
      </dgm:t>
    </dgm:pt>
    <dgm:pt modelId="{AB4E8366-BBA6-41AB-9C54-910AC2E0B896}" type="sibTrans" cxnId="{C7E85D0A-039F-49C3-935B-3BD4C7C7AA95}">
      <dgm:prSet/>
      <dgm:spPr/>
      <dgm:t>
        <a:bodyPr/>
        <a:lstStyle/>
        <a:p>
          <a:endParaRPr lang="en-GB"/>
        </a:p>
      </dgm:t>
    </dgm:pt>
    <dgm:pt modelId="{7139D36E-4289-4651-A334-9BA0102B73C4}">
      <dgm:prSet phldrT="[Text]" custT="1"/>
      <dgm:spPr/>
      <dgm:t>
        <a:bodyPr/>
        <a:lstStyle/>
        <a:p>
          <a:r>
            <a:rPr lang="en-GB" sz="2000" dirty="0" smtClean="0"/>
            <a:t>PLM</a:t>
          </a:r>
          <a:endParaRPr lang="en-GB" sz="2000" dirty="0"/>
        </a:p>
      </dgm:t>
    </dgm:pt>
    <dgm:pt modelId="{EDFFC453-6128-49A3-82CC-2F54AF2CB424}" type="parTrans" cxnId="{B07756B4-605C-4B18-BC38-0ED307958A28}">
      <dgm:prSet/>
      <dgm:spPr/>
      <dgm:t>
        <a:bodyPr/>
        <a:lstStyle/>
        <a:p>
          <a:endParaRPr lang="en-GB"/>
        </a:p>
      </dgm:t>
    </dgm:pt>
    <dgm:pt modelId="{1D2F5AB5-4D7E-4A82-AD29-23EFFCF012CE}" type="sibTrans" cxnId="{B07756B4-605C-4B18-BC38-0ED307958A28}">
      <dgm:prSet custT="1"/>
      <dgm:spPr/>
      <dgm:t>
        <a:bodyPr/>
        <a:lstStyle/>
        <a:p>
          <a:r>
            <a:rPr lang="en-GB" sz="2000" dirty="0" smtClean="0"/>
            <a:t>CAD</a:t>
          </a:r>
          <a:endParaRPr lang="en-GB" sz="2000" dirty="0"/>
        </a:p>
      </dgm:t>
    </dgm:pt>
    <dgm:pt modelId="{EEB8A017-F8AE-450C-B57F-F7FEF835F0D7}">
      <dgm:prSet phldrT="[Text]" phldr="1"/>
      <dgm:spPr/>
      <dgm:t>
        <a:bodyPr/>
        <a:lstStyle/>
        <a:p>
          <a:endParaRPr lang="en-GB" dirty="0"/>
        </a:p>
      </dgm:t>
    </dgm:pt>
    <dgm:pt modelId="{C1FD5D0B-6C8B-4313-A689-490B2551FC8D}" type="parTrans" cxnId="{487EB2C4-7029-47B7-8F96-D8B35C1F27B6}">
      <dgm:prSet/>
      <dgm:spPr/>
      <dgm:t>
        <a:bodyPr/>
        <a:lstStyle/>
        <a:p>
          <a:endParaRPr lang="en-GB"/>
        </a:p>
      </dgm:t>
    </dgm:pt>
    <dgm:pt modelId="{3B6A2AD5-D48C-4607-B357-70ABAE3AFAB7}" type="sibTrans" cxnId="{487EB2C4-7029-47B7-8F96-D8B35C1F27B6}">
      <dgm:prSet/>
      <dgm:spPr/>
      <dgm:t>
        <a:bodyPr/>
        <a:lstStyle/>
        <a:p>
          <a:endParaRPr lang="en-GB"/>
        </a:p>
      </dgm:t>
    </dgm:pt>
    <dgm:pt modelId="{DB2069BA-2F67-4530-ABE8-7EB05301D798}">
      <dgm:prSet phldrT="[Text]" custT="1"/>
      <dgm:spPr/>
      <dgm:t>
        <a:bodyPr/>
        <a:lstStyle/>
        <a:p>
          <a:r>
            <a:rPr lang="en-GB" sz="2000" dirty="0" smtClean="0"/>
            <a:t>Apps</a:t>
          </a:r>
          <a:endParaRPr lang="en-GB" sz="2000" dirty="0"/>
        </a:p>
      </dgm:t>
    </dgm:pt>
    <dgm:pt modelId="{FF148CC3-0813-4318-93C1-E9523359C7EE}" type="parTrans" cxnId="{C09AF45A-8506-4B30-ABAC-1D208336D7F7}">
      <dgm:prSet/>
      <dgm:spPr/>
      <dgm:t>
        <a:bodyPr/>
        <a:lstStyle/>
        <a:p>
          <a:endParaRPr lang="en-GB"/>
        </a:p>
      </dgm:t>
    </dgm:pt>
    <dgm:pt modelId="{EE58C3BB-49BC-462B-9290-390271F718DE}" type="sibTrans" cxnId="{C09AF45A-8506-4B30-ABAC-1D208336D7F7}">
      <dgm:prSet custT="1"/>
      <dgm:spPr/>
      <dgm:t>
        <a:bodyPr/>
        <a:lstStyle/>
        <a:p>
          <a:r>
            <a:rPr lang="en-GB" sz="2000" dirty="0" smtClean="0"/>
            <a:t>DMS</a:t>
          </a:r>
          <a:endParaRPr lang="en-GB" sz="2000" dirty="0"/>
        </a:p>
      </dgm:t>
    </dgm:pt>
    <dgm:pt modelId="{4615948C-F8C4-4700-86DF-761FFB42B137}">
      <dgm:prSet phldrT="[Text]" phldr="1"/>
      <dgm:spPr/>
      <dgm:t>
        <a:bodyPr/>
        <a:lstStyle/>
        <a:p>
          <a:endParaRPr lang="en-GB" dirty="0"/>
        </a:p>
      </dgm:t>
    </dgm:pt>
    <dgm:pt modelId="{BB87FBB1-71ED-46CE-BAA6-F0272F82EE1A}" type="parTrans" cxnId="{733FA6C8-7414-4A34-9DB6-5D4E79E4E4C8}">
      <dgm:prSet/>
      <dgm:spPr/>
      <dgm:t>
        <a:bodyPr/>
        <a:lstStyle/>
        <a:p>
          <a:endParaRPr lang="en-GB"/>
        </a:p>
      </dgm:t>
    </dgm:pt>
    <dgm:pt modelId="{7AFCA748-AD91-4478-A8C5-3BB0A148D69A}" type="sibTrans" cxnId="{733FA6C8-7414-4A34-9DB6-5D4E79E4E4C8}">
      <dgm:prSet/>
      <dgm:spPr/>
      <dgm:t>
        <a:bodyPr/>
        <a:lstStyle/>
        <a:p>
          <a:endParaRPr lang="en-GB"/>
        </a:p>
      </dgm:t>
    </dgm:pt>
    <dgm:pt modelId="{AE03FA61-78C6-4588-94A3-401745026354}">
      <dgm:prSet phldrT="[Text]" custT="1"/>
      <dgm:spPr/>
      <dgm:t>
        <a:bodyPr/>
        <a:lstStyle/>
        <a:p>
          <a:r>
            <a:rPr lang="en-GB" sz="2000" smtClean="0"/>
            <a:t>Intranet</a:t>
          </a:r>
          <a:endParaRPr lang="en-GB" sz="2000" dirty="0"/>
        </a:p>
      </dgm:t>
    </dgm:pt>
    <dgm:pt modelId="{9414A8FB-20AF-4209-AF33-9B4AADD13CD0}" type="parTrans" cxnId="{500975F5-9844-4263-A2B6-70A412A60284}">
      <dgm:prSet/>
      <dgm:spPr/>
      <dgm:t>
        <a:bodyPr/>
        <a:lstStyle/>
        <a:p>
          <a:endParaRPr lang="en-GB"/>
        </a:p>
      </dgm:t>
    </dgm:pt>
    <dgm:pt modelId="{0DFF81D2-49D1-4715-A416-621C20BBC027}" type="sibTrans" cxnId="{500975F5-9844-4263-A2B6-70A412A60284}">
      <dgm:prSet custT="1"/>
      <dgm:spPr/>
      <dgm:t>
        <a:bodyPr/>
        <a:lstStyle/>
        <a:p>
          <a:r>
            <a:rPr lang="en-GB" sz="2000" dirty="0" smtClean="0"/>
            <a:t>…</a:t>
          </a:r>
          <a:endParaRPr lang="en-GB" sz="2000" dirty="0"/>
        </a:p>
      </dgm:t>
    </dgm:pt>
    <dgm:pt modelId="{011387D6-BB34-4CBD-8EDC-2C078AFD2845}" type="pres">
      <dgm:prSet presAssocID="{A7C8040A-4875-4FD0-910C-882566E3BA1E}" presName="Name0" presStyleCnt="0">
        <dgm:presLayoutVars>
          <dgm:chMax/>
          <dgm:chPref/>
          <dgm:dir/>
          <dgm:animLvl val="lvl"/>
        </dgm:presLayoutVars>
      </dgm:prSet>
      <dgm:spPr/>
    </dgm:pt>
    <dgm:pt modelId="{4324D937-436E-4B5D-A3FD-A55361CF3EC7}" type="pres">
      <dgm:prSet presAssocID="{E7E9E394-9504-4980-88EB-66A662B0F111}" presName="composite" presStyleCnt="0"/>
      <dgm:spPr/>
    </dgm:pt>
    <dgm:pt modelId="{3EC5C9B2-C270-46A3-8E5B-330F747B0D88}" type="pres">
      <dgm:prSet presAssocID="{E7E9E394-9504-4980-88EB-66A662B0F111}" presName="Parent1" presStyleLbl="node1" presStyleIdx="0" presStyleCnt="8">
        <dgm:presLayoutVars>
          <dgm:chMax val="1"/>
          <dgm:chPref val="1"/>
          <dgm:bulletEnabled val="1"/>
        </dgm:presLayoutVars>
      </dgm:prSet>
      <dgm:spPr/>
    </dgm:pt>
    <dgm:pt modelId="{AD6F1B2D-9BAB-4A86-A520-F9BBFB5675B4}" type="pres">
      <dgm:prSet presAssocID="{E7E9E394-9504-4980-88EB-66A662B0F111}" presName="Childtext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B47B2832-736A-4F97-BBC4-569E1B026F4D}" type="pres">
      <dgm:prSet presAssocID="{E7E9E394-9504-4980-88EB-66A662B0F111}" presName="BalanceSpacing" presStyleCnt="0"/>
      <dgm:spPr/>
    </dgm:pt>
    <dgm:pt modelId="{CC0FBCD7-8714-4AEF-A40C-A4DEB11BD23E}" type="pres">
      <dgm:prSet presAssocID="{E7E9E394-9504-4980-88EB-66A662B0F111}" presName="BalanceSpacing1" presStyleCnt="0"/>
      <dgm:spPr/>
    </dgm:pt>
    <dgm:pt modelId="{A6221CE3-C4AC-468E-830C-92AB8A88C792}" type="pres">
      <dgm:prSet presAssocID="{EE87F12C-0A69-4BA3-847C-4D2060A9B55F}" presName="Accent1Text" presStyleLbl="node1" presStyleIdx="1" presStyleCnt="8"/>
      <dgm:spPr/>
      <dgm:t>
        <a:bodyPr/>
        <a:lstStyle/>
        <a:p>
          <a:endParaRPr lang="en-GB"/>
        </a:p>
      </dgm:t>
    </dgm:pt>
    <dgm:pt modelId="{86B1553C-B481-4BD0-B07A-0AF5D0EDD474}" type="pres">
      <dgm:prSet presAssocID="{EE87F12C-0A69-4BA3-847C-4D2060A9B55F}" presName="spaceBetweenRectangles" presStyleCnt="0"/>
      <dgm:spPr/>
    </dgm:pt>
    <dgm:pt modelId="{4280AB93-B3D6-40AD-B4FC-213BE4D36843}" type="pres">
      <dgm:prSet presAssocID="{7139D36E-4289-4651-A334-9BA0102B73C4}" presName="composite" presStyleCnt="0"/>
      <dgm:spPr/>
    </dgm:pt>
    <dgm:pt modelId="{89CF2B4D-8EE3-4303-BE59-6B1831E67C44}" type="pres">
      <dgm:prSet presAssocID="{7139D36E-4289-4651-A334-9BA0102B73C4}" presName="Parent1" presStyleLbl="node1" presStyleIdx="2" presStyleCnt="8">
        <dgm:presLayoutVars>
          <dgm:chMax val="1"/>
          <dgm:chPref val="1"/>
          <dgm:bulletEnabled val="1"/>
        </dgm:presLayoutVars>
      </dgm:prSet>
      <dgm:spPr/>
    </dgm:pt>
    <dgm:pt modelId="{49CF29B0-A7B7-4FC7-9215-2CCEF1475892}" type="pres">
      <dgm:prSet presAssocID="{7139D36E-4289-4651-A334-9BA0102B73C4}" presName="Childtext1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22ADC1C6-900A-49DD-8516-BADDBCA86A2D}" type="pres">
      <dgm:prSet presAssocID="{7139D36E-4289-4651-A334-9BA0102B73C4}" presName="BalanceSpacing" presStyleCnt="0"/>
      <dgm:spPr/>
    </dgm:pt>
    <dgm:pt modelId="{3AABB19F-CD32-436B-AF84-8A06DCC54D5E}" type="pres">
      <dgm:prSet presAssocID="{7139D36E-4289-4651-A334-9BA0102B73C4}" presName="BalanceSpacing1" presStyleCnt="0"/>
      <dgm:spPr/>
    </dgm:pt>
    <dgm:pt modelId="{6D6BA26F-3EAA-4DA0-B33E-3864A83D814F}" type="pres">
      <dgm:prSet presAssocID="{1D2F5AB5-4D7E-4A82-AD29-23EFFCF012CE}" presName="Accent1Text" presStyleLbl="node1" presStyleIdx="3" presStyleCnt="8"/>
      <dgm:spPr/>
    </dgm:pt>
    <dgm:pt modelId="{CA1689B5-C492-47C0-B725-DEDBCD9D930A}" type="pres">
      <dgm:prSet presAssocID="{1D2F5AB5-4D7E-4A82-AD29-23EFFCF012CE}" presName="spaceBetweenRectangles" presStyleCnt="0"/>
      <dgm:spPr/>
    </dgm:pt>
    <dgm:pt modelId="{2FA9A98B-0F01-4C03-BF9A-2FB028BA704C}" type="pres">
      <dgm:prSet presAssocID="{DB2069BA-2F67-4530-ABE8-7EB05301D798}" presName="composite" presStyleCnt="0"/>
      <dgm:spPr/>
    </dgm:pt>
    <dgm:pt modelId="{1337574E-5A1E-44CE-B4EB-27275A62F5EB}" type="pres">
      <dgm:prSet presAssocID="{DB2069BA-2F67-4530-ABE8-7EB05301D798}" presName="Parent1" presStyleLbl="node1" presStyleIdx="4" presStyleCnt="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1E31C06-BA01-4165-AB20-0D231852A62B}" type="pres">
      <dgm:prSet presAssocID="{DB2069BA-2F67-4530-ABE8-7EB05301D798}" presName="Childtext1" presStyleLbl="revTx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11C6B51-F3B6-4726-9E99-1C512C7C99DB}" type="pres">
      <dgm:prSet presAssocID="{DB2069BA-2F67-4530-ABE8-7EB05301D798}" presName="BalanceSpacing" presStyleCnt="0"/>
      <dgm:spPr/>
    </dgm:pt>
    <dgm:pt modelId="{22CF6F4C-4855-4800-A691-3E80AFC59A01}" type="pres">
      <dgm:prSet presAssocID="{DB2069BA-2F67-4530-ABE8-7EB05301D798}" presName="BalanceSpacing1" presStyleCnt="0"/>
      <dgm:spPr/>
    </dgm:pt>
    <dgm:pt modelId="{A9C77E33-64A3-430C-BAB2-47B0991A9039}" type="pres">
      <dgm:prSet presAssocID="{EE58C3BB-49BC-462B-9290-390271F718DE}" presName="Accent1Text" presStyleLbl="node1" presStyleIdx="5" presStyleCnt="8"/>
      <dgm:spPr/>
    </dgm:pt>
    <dgm:pt modelId="{E020E670-94C0-4F08-9345-3E6F8CD53556}" type="pres">
      <dgm:prSet presAssocID="{EE58C3BB-49BC-462B-9290-390271F718DE}" presName="spaceBetweenRectangles" presStyleCnt="0"/>
      <dgm:spPr/>
    </dgm:pt>
    <dgm:pt modelId="{D029B9AF-AD10-4888-AA4E-3FB68D875563}" type="pres">
      <dgm:prSet presAssocID="{AE03FA61-78C6-4588-94A3-401745026354}" presName="composite" presStyleCnt="0"/>
      <dgm:spPr/>
    </dgm:pt>
    <dgm:pt modelId="{07FDE53A-B6B1-455C-8090-344304EEB02F}" type="pres">
      <dgm:prSet presAssocID="{AE03FA61-78C6-4588-94A3-401745026354}" presName="Parent1" presStyleLbl="node1" presStyleIdx="6" presStyleCnt="8">
        <dgm:presLayoutVars>
          <dgm:chMax val="1"/>
          <dgm:chPref val="1"/>
          <dgm:bulletEnabled val="1"/>
        </dgm:presLayoutVars>
      </dgm:prSet>
      <dgm:spPr/>
    </dgm:pt>
    <dgm:pt modelId="{A3730BDB-9333-4267-8847-CB6E18C5DA3B}" type="pres">
      <dgm:prSet presAssocID="{AE03FA61-78C6-4588-94A3-401745026354}" presName="Childtext1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B956479C-B3B8-4759-B4BA-118E26B6A72E}" type="pres">
      <dgm:prSet presAssocID="{AE03FA61-78C6-4588-94A3-401745026354}" presName="BalanceSpacing" presStyleCnt="0"/>
      <dgm:spPr/>
    </dgm:pt>
    <dgm:pt modelId="{2E986BDE-D07D-43C9-BDD8-7B1BDDF2DBD9}" type="pres">
      <dgm:prSet presAssocID="{AE03FA61-78C6-4588-94A3-401745026354}" presName="BalanceSpacing1" presStyleCnt="0"/>
      <dgm:spPr/>
    </dgm:pt>
    <dgm:pt modelId="{83B95B54-5FC6-4271-A0DB-EF5C40F372DA}" type="pres">
      <dgm:prSet presAssocID="{0DFF81D2-49D1-4715-A416-621C20BBC027}" presName="Accent1Text" presStyleLbl="node1" presStyleIdx="7" presStyleCnt="8"/>
      <dgm:spPr/>
      <dgm:t>
        <a:bodyPr/>
        <a:lstStyle/>
        <a:p>
          <a:endParaRPr lang="en-GB"/>
        </a:p>
      </dgm:t>
    </dgm:pt>
  </dgm:ptLst>
  <dgm:cxnLst>
    <dgm:cxn modelId="{500975F5-9844-4263-A2B6-70A412A60284}" srcId="{A7C8040A-4875-4FD0-910C-882566E3BA1E}" destId="{AE03FA61-78C6-4588-94A3-401745026354}" srcOrd="3" destOrd="0" parTransId="{9414A8FB-20AF-4209-AF33-9B4AADD13CD0}" sibTransId="{0DFF81D2-49D1-4715-A416-621C20BBC027}"/>
    <dgm:cxn modelId="{E8827A9A-7ED0-4F5C-8EDC-9DA9131CD38F}" type="presOf" srcId="{0DFF81D2-49D1-4715-A416-621C20BBC027}" destId="{83B95B54-5FC6-4271-A0DB-EF5C40F372DA}" srcOrd="0" destOrd="0" presId="urn:microsoft.com/office/officeart/2008/layout/AlternatingHexagons"/>
    <dgm:cxn modelId="{6B05A5C1-375A-4021-B715-EECE877C525E}" type="presOf" srcId="{4615948C-F8C4-4700-86DF-761FFB42B137}" destId="{11E31C06-BA01-4165-AB20-0D231852A62B}" srcOrd="0" destOrd="0" presId="urn:microsoft.com/office/officeart/2008/layout/AlternatingHexagons"/>
    <dgm:cxn modelId="{9025DA99-1180-434F-8FCC-379DC70E5572}" srcId="{A7C8040A-4875-4FD0-910C-882566E3BA1E}" destId="{E7E9E394-9504-4980-88EB-66A662B0F111}" srcOrd="0" destOrd="0" parTransId="{BAF9A357-7B39-4905-BC2A-718E27411EDA}" sibTransId="{EE87F12C-0A69-4BA3-847C-4D2060A9B55F}"/>
    <dgm:cxn modelId="{9A74C0F2-F388-44B9-B05E-106F99231DC3}" type="presOf" srcId="{EE58C3BB-49BC-462B-9290-390271F718DE}" destId="{A9C77E33-64A3-430C-BAB2-47B0991A9039}" srcOrd="0" destOrd="0" presId="urn:microsoft.com/office/officeart/2008/layout/AlternatingHexagons"/>
    <dgm:cxn modelId="{A018262F-69B4-4266-AE4F-1CCE61D66B86}" type="presOf" srcId="{EE87F12C-0A69-4BA3-847C-4D2060A9B55F}" destId="{A6221CE3-C4AC-468E-830C-92AB8A88C792}" srcOrd="0" destOrd="0" presId="urn:microsoft.com/office/officeart/2008/layout/AlternatingHexagons"/>
    <dgm:cxn modelId="{C09AF45A-8506-4B30-ABAC-1D208336D7F7}" srcId="{A7C8040A-4875-4FD0-910C-882566E3BA1E}" destId="{DB2069BA-2F67-4530-ABE8-7EB05301D798}" srcOrd="2" destOrd="0" parTransId="{FF148CC3-0813-4318-93C1-E9523359C7EE}" sibTransId="{EE58C3BB-49BC-462B-9290-390271F718DE}"/>
    <dgm:cxn modelId="{B07756B4-605C-4B18-BC38-0ED307958A28}" srcId="{A7C8040A-4875-4FD0-910C-882566E3BA1E}" destId="{7139D36E-4289-4651-A334-9BA0102B73C4}" srcOrd="1" destOrd="0" parTransId="{EDFFC453-6128-49A3-82CC-2F54AF2CB424}" sibTransId="{1D2F5AB5-4D7E-4A82-AD29-23EFFCF012CE}"/>
    <dgm:cxn modelId="{FE36B098-FCB1-46DD-9009-047CB51A37FB}" type="presOf" srcId="{E7E9E394-9504-4980-88EB-66A662B0F111}" destId="{3EC5C9B2-C270-46A3-8E5B-330F747B0D88}" srcOrd="0" destOrd="0" presId="urn:microsoft.com/office/officeart/2008/layout/AlternatingHexagons"/>
    <dgm:cxn modelId="{36CE5DF2-2A94-4D1C-A0D3-4BFBB8E77417}" type="presOf" srcId="{A7C8040A-4875-4FD0-910C-882566E3BA1E}" destId="{011387D6-BB34-4CBD-8EDC-2C078AFD2845}" srcOrd="0" destOrd="0" presId="urn:microsoft.com/office/officeart/2008/layout/AlternatingHexagons"/>
    <dgm:cxn modelId="{713C7776-7322-4913-AB52-5FB855592CFE}" type="presOf" srcId="{DB2069BA-2F67-4530-ABE8-7EB05301D798}" destId="{1337574E-5A1E-44CE-B4EB-27275A62F5EB}" srcOrd="0" destOrd="0" presId="urn:microsoft.com/office/officeart/2008/layout/AlternatingHexagons"/>
    <dgm:cxn modelId="{7A8EF146-DD08-47EC-9986-BBC2B47385E5}" type="presOf" srcId="{1D2F5AB5-4D7E-4A82-AD29-23EFFCF012CE}" destId="{6D6BA26F-3EAA-4DA0-B33E-3864A83D814F}" srcOrd="0" destOrd="0" presId="urn:microsoft.com/office/officeart/2008/layout/AlternatingHexagons"/>
    <dgm:cxn modelId="{FADAD0A2-D3FB-4606-993F-287802893B13}" type="presOf" srcId="{EEB8A017-F8AE-450C-B57F-F7FEF835F0D7}" destId="{49CF29B0-A7B7-4FC7-9215-2CCEF1475892}" srcOrd="0" destOrd="0" presId="urn:microsoft.com/office/officeart/2008/layout/AlternatingHexagons"/>
    <dgm:cxn modelId="{487EB2C4-7029-47B7-8F96-D8B35C1F27B6}" srcId="{7139D36E-4289-4651-A334-9BA0102B73C4}" destId="{EEB8A017-F8AE-450C-B57F-F7FEF835F0D7}" srcOrd="0" destOrd="0" parTransId="{C1FD5D0B-6C8B-4313-A689-490B2551FC8D}" sibTransId="{3B6A2AD5-D48C-4607-B357-70ABAE3AFAB7}"/>
    <dgm:cxn modelId="{B8F4FBDF-576A-4030-96C4-674098392540}" type="presOf" srcId="{35AEDC73-2413-4B6E-8131-F3CBF22BAE2B}" destId="{AD6F1B2D-9BAB-4A86-A520-F9BBFB5675B4}" srcOrd="0" destOrd="0" presId="urn:microsoft.com/office/officeart/2008/layout/AlternatingHexagons"/>
    <dgm:cxn modelId="{C7E85D0A-039F-49C3-935B-3BD4C7C7AA95}" srcId="{E7E9E394-9504-4980-88EB-66A662B0F111}" destId="{35AEDC73-2413-4B6E-8131-F3CBF22BAE2B}" srcOrd="0" destOrd="0" parTransId="{D2EC7F39-299E-4750-A46D-DD494844257C}" sibTransId="{AB4E8366-BBA6-41AB-9C54-910AC2E0B896}"/>
    <dgm:cxn modelId="{C1DF765C-2BFE-4308-A704-CB0ACC82AB0E}" type="presOf" srcId="{7139D36E-4289-4651-A334-9BA0102B73C4}" destId="{89CF2B4D-8EE3-4303-BE59-6B1831E67C44}" srcOrd="0" destOrd="0" presId="urn:microsoft.com/office/officeart/2008/layout/AlternatingHexagons"/>
    <dgm:cxn modelId="{733FA6C8-7414-4A34-9DB6-5D4E79E4E4C8}" srcId="{DB2069BA-2F67-4530-ABE8-7EB05301D798}" destId="{4615948C-F8C4-4700-86DF-761FFB42B137}" srcOrd="0" destOrd="0" parTransId="{BB87FBB1-71ED-46CE-BAA6-F0272F82EE1A}" sibTransId="{7AFCA748-AD91-4478-A8C5-3BB0A148D69A}"/>
    <dgm:cxn modelId="{E5990947-AB6D-43A3-9ABF-7D9994929583}" type="presOf" srcId="{AE03FA61-78C6-4588-94A3-401745026354}" destId="{07FDE53A-B6B1-455C-8090-344304EEB02F}" srcOrd="0" destOrd="0" presId="urn:microsoft.com/office/officeart/2008/layout/AlternatingHexagons"/>
    <dgm:cxn modelId="{70489E5E-8FC1-4D38-981B-CA9D887AD55A}" type="presParOf" srcId="{011387D6-BB34-4CBD-8EDC-2C078AFD2845}" destId="{4324D937-436E-4B5D-A3FD-A55361CF3EC7}" srcOrd="0" destOrd="0" presId="urn:microsoft.com/office/officeart/2008/layout/AlternatingHexagons"/>
    <dgm:cxn modelId="{887EB019-9913-43CB-BA8C-1040A65ECB3C}" type="presParOf" srcId="{4324D937-436E-4B5D-A3FD-A55361CF3EC7}" destId="{3EC5C9B2-C270-46A3-8E5B-330F747B0D88}" srcOrd="0" destOrd="0" presId="urn:microsoft.com/office/officeart/2008/layout/AlternatingHexagons"/>
    <dgm:cxn modelId="{3D64E573-A5A5-4556-8A8F-102C869E7156}" type="presParOf" srcId="{4324D937-436E-4B5D-A3FD-A55361CF3EC7}" destId="{AD6F1B2D-9BAB-4A86-A520-F9BBFB5675B4}" srcOrd="1" destOrd="0" presId="urn:microsoft.com/office/officeart/2008/layout/AlternatingHexagons"/>
    <dgm:cxn modelId="{856EB67F-F5D4-41E5-8389-9645C458BDAB}" type="presParOf" srcId="{4324D937-436E-4B5D-A3FD-A55361CF3EC7}" destId="{B47B2832-736A-4F97-BBC4-569E1B026F4D}" srcOrd="2" destOrd="0" presId="urn:microsoft.com/office/officeart/2008/layout/AlternatingHexagons"/>
    <dgm:cxn modelId="{1E0BDE16-EA7F-44D8-9637-F2312EB2C0E6}" type="presParOf" srcId="{4324D937-436E-4B5D-A3FD-A55361CF3EC7}" destId="{CC0FBCD7-8714-4AEF-A40C-A4DEB11BD23E}" srcOrd="3" destOrd="0" presId="urn:microsoft.com/office/officeart/2008/layout/AlternatingHexagons"/>
    <dgm:cxn modelId="{78191FDB-36F2-4BED-BBEE-6551DA24E0D1}" type="presParOf" srcId="{4324D937-436E-4B5D-A3FD-A55361CF3EC7}" destId="{A6221CE3-C4AC-468E-830C-92AB8A88C792}" srcOrd="4" destOrd="0" presId="urn:microsoft.com/office/officeart/2008/layout/AlternatingHexagons"/>
    <dgm:cxn modelId="{1E05FD98-0689-4352-9970-176CB1A281FE}" type="presParOf" srcId="{011387D6-BB34-4CBD-8EDC-2C078AFD2845}" destId="{86B1553C-B481-4BD0-B07A-0AF5D0EDD474}" srcOrd="1" destOrd="0" presId="urn:microsoft.com/office/officeart/2008/layout/AlternatingHexagons"/>
    <dgm:cxn modelId="{4A72E25D-F02A-473A-9BCB-2195FFC590A0}" type="presParOf" srcId="{011387D6-BB34-4CBD-8EDC-2C078AFD2845}" destId="{4280AB93-B3D6-40AD-B4FC-213BE4D36843}" srcOrd="2" destOrd="0" presId="urn:microsoft.com/office/officeart/2008/layout/AlternatingHexagons"/>
    <dgm:cxn modelId="{50238788-A24D-40E2-8608-4BFD355CEA8B}" type="presParOf" srcId="{4280AB93-B3D6-40AD-B4FC-213BE4D36843}" destId="{89CF2B4D-8EE3-4303-BE59-6B1831E67C44}" srcOrd="0" destOrd="0" presId="urn:microsoft.com/office/officeart/2008/layout/AlternatingHexagons"/>
    <dgm:cxn modelId="{750478A8-4DE6-4A32-82FB-953EBCE18DB6}" type="presParOf" srcId="{4280AB93-B3D6-40AD-B4FC-213BE4D36843}" destId="{49CF29B0-A7B7-4FC7-9215-2CCEF1475892}" srcOrd="1" destOrd="0" presId="urn:microsoft.com/office/officeart/2008/layout/AlternatingHexagons"/>
    <dgm:cxn modelId="{A70D4DBA-AE48-4557-B196-0642607E3ED1}" type="presParOf" srcId="{4280AB93-B3D6-40AD-B4FC-213BE4D36843}" destId="{22ADC1C6-900A-49DD-8516-BADDBCA86A2D}" srcOrd="2" destOrd="0" presId="urn:microsoft.com/office/officeart/2008/layout/AlternatingHexagons"/>
    <dgm:cxn modelId="{5BD24508-E318-48AA-A836-C3561610C2DD}" type="presParOf" srcId="{4280AB93-B3D6-40AD-B4FC-213BE4D36843}" destId="{3AABB19F-CD32-436B-AF84-8A06DCC54D5E}" srcOrd="3" destOrd="0" presId="urn:microsoft.com/office/officeart/2008/layout/AlternatingHexagons"/>
    <dgm:cxn modelId="{A739ACD5-D351-4FF2-BDD0-E9E31945F5AB}" type="presParOf" srcId="{4280AB93-B3D6-40AD-B4FC-213BE4D36843}" destId="{6D6BA26F-3EAA-4DA0-B33E-3864A83D814F}" srcOrd="4" destOrd="0" presId="urn:microsoft.com/office/officeart/2008/layout/AlternatingHexagons"/>
    <dgm:cxn modelId="{F656803F-CCB3-409B-B497-900535EEC24F}" type="presParOf" srcId="{011387D6-BB34-4CBD-8EDC-2C078AFD2845}" destId="{CA1689B5-C492-47C0-B725-DEDBCD9D930A}" srcOrd="3" destOrd="0" presId="urn:microsoft.com/office/officeart/2008/layout/AlternatingHexagons"/>
    <dgm:cxn modelId="{A1B6767A-2587-4047-BCF7-3749F41D0EB8}" type="presParOf" srcId="{011387D6-BB34-4CBD-8EDC-2C078AFD2845}" destId="{2FA9A98B-0F01-4C03-BF9A-2FB028BA704C}" srcOrd="4" destOrd="0" presId="urn:microsoft.com/office/officeart/2008/layout/AlternatingHexagons"/>
    <dgm:cxn modelId="{39430EA3-50F6-4274-B167-1EAC6E807923}" type="presParOf" srcId="{2FA9A98B-0F01-4C03-BF9A-2FB028BA704C}" destId="{1337574E-5A1E-44CE-B4EB-27275A62F5EB}" srcOrd="0" destOrd="0" presId="urn:microsoft.com/office/officeart/2008/layout/AlternatingHexagons"/>
    <dgm:cxn modelId="{CA50A53E-E399-4936-B51F-E25F3048B90A}" type="presParOf" srcId="{2FA9A98B-0F01-4C03-BF9A-2FB028BA704C}" destId="{11E31C06-BA01-4165-AB20-0D231852A62B}" srcOrd="1" destOrd="0" presId="urn:microsoft.com/office/officeart/2008/layout/AlternatingHexagons"/>
    <dgm:cxn modelId="{1C5754C0-A102-49EC-88B1-B7C6E6B18E9A}" type="presParOf" srcId="{2FA9A98B-0F01-4C03-BF9A-2FB028BA704C}" destId="{E11C6B51-F3B6-4726-9E99-1C512C7C99DB}" srcOrd="2" destOrd="0" presId="urn:microsoft.com/office/officeart/2008/layout/AlternatingHexagons"/>
    <dgm:cxn modelId="{0919A203-D4EA-47E5-9781-69E4C52F887E}" type="presParOf" srcId="{2FA9A98B-0F01-4C03-BF9A-2FB028BA704C}" destId="{22CF6F4C-4855-4800-A691-3E80AFC59A01}" srcOrd="3" destOrd="0" presId="urn:microsoft.com/office/officeart/2008/layout/AlternatingHexagons"/>
    <dgm:cxn modelId="{C23D971B-72E6-4FC0-A4CD-E95C8105FBCD}" type="presParOf" srcId="{2FA9A98B-0F01-4C03-BF9A-2FB028BA704C}" destId="{A9C77E33-64A3-430C-BAB2-47B0991A9039}" srcOrd="4" destOrd="0" presId="urn:microsoft.com/office/officeart/2008/layout/AlternatingHexagons"/>
    <dgm:cxn modelId="{743D2715-BB23-4649-B5FD-D1BC731A725C}" type="presParOf" srcId="{011387D6-BB34-4CBD-8EDC-2C078AFD2845}" destId="{E020E670-94C0-4F08-9345-3E6F8CD53556}" srcOrd="5" destOrd="0" presId="urn:microsoft.com/office/officeart/2008/layout/AlternatingHexagons"/>
    <dgm:cxn modelId="{27816999-A259-457B-A5D4-B987F7B4E8F0}" type="presParOf" srcId="{011387D6-BB34-4CBD-8EDC-2C078AFD2845}" destId="{D029B9AF-AD10-4888-AA4E-3FB68D875563}" srcOrd="6" destOrd="0" presId="urn:microsoft.com/office/officeart/2008/layout/AlternatingHexagons"/>
    <dgm:cxn modelId="{A9CBF798-F717-43F3-BB31-71BE0756D98E}" type="presParOf" srcId="{D029B9AF-AD10-4888-AA4E-3FB68D875563}" destId="{07FDE53A-B6B1-455C-8090-344304EEB02F}" srcOrd="0" destOrd="0" presId="urn:microsoft.com/office/officeart/2008/layout/AlternatingHexagons"/>
    <dgm:cxn modelId="{9593FC59-D7CE-40F7-AF17-C50D07F84642}" type="presParOf" srcId="{D029B9AF-AD10-4888-AA4E-3FB68D875563}" destId="{A3730BDB-9333-4267-8847-CB6E18C5DA3B}" srcOrd="1" destOrd="0" presId="urn:microsoft.com/office/officeart/2008/layout/AlternatingHexagons"/>
    <dgm:cxn modelId="{2C02E056-C296-4F12-81BB-2E3BE3F5ECC3}" type="presParOf" srcId="{D029B9AF-AD10-4888-AA4E-3FB68D875563}" destId="{B956479C-B3B8-4759-B4BA-118E26B6A72E}" srcOrd="2" destOrd="0" presId="urn:microsoft.com/office/officeart/2008/layout/AlternatingHexagons"/>
    <dgm:cxn modelId="{02AD2757-67F8-4BA8-959F-E6DC4527333D}" type="presParOf" srcId="{D029B9AF-AD10-4888-AA4E-3FB68D875563}" destId="{2E986BDE-D07D-43C9-BDD8-7B1BDDF2DBD9}" srcOrd="3" destOrd="0" presId="urn:microsoft.com/office/officeart/2008/layout/AlternatingHexagons"/>
    <dgm:cxn modelId="{D2F86DB8-172F-49D2-98EB-31F54EC9A672}" type="presParOf" srcId="{D029B9AF-AD10-4888-AA4E-3FB68D875563}" destId="{83B95B54-5FC6-4271-A0DB-EF5C40F372DA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12B93E-2D2F-43B1-A927-D9284602E723}" type="doc">
      <dgm:prSet loTypeId="urn:microsoft.com/office/officeart/2005/8/layout/default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65964698-701B-4D14-A4FD-0829A1F3CBF6}">
      <dgm:prSet/>
      <dgm:spPr/>
      <dgm:t>
        <a:bodyPr/>
        <a:lstStyle/>
        <a:p>
          <a:pPr rtl="0"/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1"/>
            </a:rPr>
            <a:t>IT Information Security Procedure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2D106ACA-1047-4B98-9B4A-F7EC11815CE7}" type="parTrans" cxnId="{4830AAB4-837D-4546-9214-03DDF4887C0F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DE1FE187-91BB-4331-8F36-9E489BB34C75}" type="sibTrans" cxnId="{4830AAB4-837D-4546-9214-03DDF4887C0F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56AA0EE1-4D29-4B64-9289-8AB12BBB370F}">
      <dgm:prSet/>
      <dgm:spPr/>
      <dgm:t>
        <a:bodyPr/>
        <a:lstStyle/>
        <a:p>
          <a:pPr rtl="0"/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2"/>
            </a:rPr>
            <a:t>Surveillance of Internet Access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B3D85C0F-9943-498D-B308-B76BAE2719C2}" type="parTrans" cxnId="{57F2D5F3-9BAF-49F8-B127-E1900B564C21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B7A1260E-0303-45CF-A93B-1BFF47D43EA1}" type="sibTrans" cxnId="{57F2D5F3-9BAF-49F8-B127-E1900B564C21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5DC97DAD-7812-4C3C-B31B-E011791D0C53}">
      <dgm:prSet/>
      <dgm:spPr/>
      <dgm:t>
        <a:bodyPr/>
        <a:lstStyle/>
        <a:p>
          <a:pPr rtl="0"/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3"/>
            </a:rPr>
            <a:t>Handling of SPAM/Phishing Mails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7C65830F-A866-4153-B026-E95FE48FA99E}" type="parTrans" cxnId="{10511291-91AD-4A63-ADC1-231E27B54FE6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49DB5511-2B9A-476B-B9B2-CC04F7287C98}" type="sibTrans" cxnId="{10511291-91AD-4A63-ADC1-231E27B54FE6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1F93A69C-E6A7-41E7-A326-50497AEF02DA}">
      <dgm:prSet/>
      <dgm:spPr/>
      <dgm:t>
        <a:bodyPr/>
        <a:lstStyle/>
        <a:p>
          <a:pPr rtl="0"/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4"/>
            </a:rPr>
            <a:t>Instruction for using Correct E-Mail Address and Signature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587CD0C9-C28F-42F1-BD1A-47C3012ABF05}" type="parTrans" cxnId="{4B03219F-AA66-4282-8CBF-0256F81D5F7D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E4F403CE-8A16-40CD-A787-C2680E2758EC}" type="sibTrans" cxnId="{4B03219F-AA66-4282-8CBF-0256F81D5F7D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2EF8962D-51F5-4C5D-AF5C-EF49D09256FC}">
      <dgm:prSet/>
      <dgm:spPr/>
      <dgm:t>
        <a:bodyPr/>
        <a:lstStyle/>
        <a:p>
          <a:pPr rtl="0"/>
          <a:r>
            <a:rPr lang="en-US" dirty="0" err="1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5"/>
            </a:rPr>
            <a:t>Fowarding</a:t>
          </a:r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5"/>
            </a:rPr>
            <a:t> of mails to personal e-mails IDs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0F0E05BB-D0BD-42C2-AA41-D22E30AE0747}" type="parTrans" cxnId="{6CB40E65-13C0-4D91-9069-3C93586A52AE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04BF9207-EDDA-4B80-AFF3-D62009FE11E4}" type="sibTrans" cxnId="{6CB40E65-13C0-4D91-9069-3C93586A52AE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AAD18866-42EF-4CF0-8388-AFAF614DF31E}">
      <dgm:prSet/>
      <dgm:spPr/>
      <dgm:t>
        <a:bodyPr/>
        <a:lstStyle/>
        <a:p>
          <a:pPr rtl="0"/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6"/>
            </a:rPr>
            <a:t>IT Guidelines for Data Backup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840CF898-6B90-458E-9902-717CF06CDB31}" type="parTrans" cxnId="{500CCA64-F1DB-4AB6-9A55-8644E27074A2}">
      <dgm:prSet/>
      <dgm:spPr/>
      <dgm:t>
        <a:bodyPr/>
        <a:lstStyle/>
        <a:p>
          <a:endParaRPr lang="en-GB"/>
        </a:p>
      </dgm:t>
    </dgm:pt>
    <dgm:pt modelId="{AC6A8E54-0DA4-47AD-9AD6-D468809F1BC4}" type="sibTrans" cxnId="{500CCA64-F1DB-4AB6-9A55-8644E27074A2}">
      <dgm:prSet/>
      <dgm:spPr/>
      <dgm:t>
        <a:bodyPr/>
        <a:lstStyle/>
        <a:p>
          <a:endParaRPr lang="en-GB"/>
        </a:p>
      </dgm:t>
    </dgm:pt>
    <dgm:pt modelId="{E4AB8D9F-02E6-4240-858F-73377BCED92D}">
      <dgm:prSet/>
      <dgm:spPr/>
      <dgm:t>
        <a:bodyPr/>
        <a:lstStyle/>
        <a:p>
          <a:pPr rtl="0"/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7"/>
            </a:rPr>
            <a:t>IT Guidelines for Travelling Users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E46F6D09-81DD-4217-8DB0-BEDD8CE8F868}" type="parTrans" cxnId="{B71E52B8-CF1E-49B6-8C44-0F28DE8F0416}">
      <dgm:prSet/>
      <dgm:spPr/>
      <dgm:t>
        <a:bodyPr/>
        <a:lstStyle/>
        <a:p>
          <a:endParaRPr lang="en-GB"/>
        </a:p>
      </dgm:t>
    </dgm:pt>
    <dgm:pt modelId="{E50C514A-281A-4845-BE95-DE4FF860BDE7}" type="sibTrans" cxnId="{B71E52B8-CF1E-49B6-8C44-0F28DE8F0416}">
      <dgm:prSet/>
      <dgm:spPr/>
      <dgm:t>
        <a:bodyPr/>
        <a:lstStyle/>
        <a:p>
          <a:endParaRPr lang="en-GB"/>
        </a:p>
      </dgm:t>
    </dgm:pt>
    <dgm:pt modelId="{66B3A0E4-30BE-46B0-A0C1-546622A657FA}" type="pres">
      <dgm:prSet presAssocID="{FA12B93E-2D2F-43B1-A927-D9284602E72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5E3AA5B-67E0-41D5-8919-F5E3B1E9BBEF}" type="pres">
      <dgm:prSet presAssocID="{65964698-701B-4D14-A4FD-0829A1F3CBF6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6FB1560-BE49-43EB-90B0-1E95F8BA9D58}" type="pres">
      <dgm:prSet presAssocID="{DE1FE187-91BB-4331-8F36-9E489BB34C75}" presName="sibTrans" presStyleCnt="0"/>
      <dgm:spPr/>
    </dgm:pt>
    <dgm:pt modelId="{AD9CA6AE-FAE1-4807-A602-91E19A4EDDA1}" type="pres">
      <dgm:prSet presAssocID="{AAD18866-42EF-4CF0-8388-AFAF614DF31E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8CD2059-E8B6-453C-AFF8-D73B8C3F251E}" type="pres">
      <dgm:prSet presAssocID="{AC6A8E54-0DA4-47AD-9AD6-D468809F1BC4}" presName="sibTrans" presStyleCnt="0"/>
      <dgm:spPr/>
    </dgm:pt>
    <dgm:pt modelId="{9EADCE79-6FF0-4D13-A034-ADAD8CDE2470}" type="pres">
      <dgm:prSet presAssocID="{E4AB8D9F-02E6-4240-858F-73377BCED92D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78A664D-07FA-45C2-9062-521FCD4DEDFE}" type="pres">
      <dgm:prSet presAssocID="{E50C514A-281A-4845-BE95-DE4FF860BDE7}" presName="sibTrans" presStyleCnt="0"/>
      <dgm:spPr/>
    </dgm:pt>
    <dgm:pt modelId="{A020BC64-8059-47F5-9C72-D091E5ED68D9}" type="pres">
      <dgm:prSet presAssocID="{56AA0EE1-4D29-4B64-9289-8AB12BBB370F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72D5D44-CA4D-489D-900A-5F7E424F711F}" type="pres">
      <dgm:prSet presAssocID="{B7A1260E-0303-45CF-A93B-1BFF47D43EA1}" presName="sibTrans" presStyleCnt="0"/>
      <dgm:spPr/>
    </dgm:pt>
    <dgm:pt modelId="{0946DFFE-5E39-4D1B-8C53-8BC16F5D9C9D}" type="pres">
      <dgm:prSet presAssocID="{5DC97DAD-7812-4C3C-B31B-E011791D0C53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9985113-375D-4F10-A00C-11BC62B7CCD6}" type="pres">
      <dgm:prSet presAssocID="{49DB5511-2B9A-476B-B9B2-CC04F7287C98}" presName="sibTrans" presStyleCnt="0"/>
      <dgm:spPr/>
    </dgm:pt>
    <dgm:pt modelId="{AD8CBA65-313B-4D88-A049-513AF931C188}" type="pres">
      <dgm:prSet presAssocID="{1F93A69C-E6A7-41E7-A326-50497AEF02DA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092865E-6377-42C8-AAAA-FF5FCA8C2B47}" type="pres">
      <dgm:prSet presAssocID="{E4F403CE-8A16-40CD-A787-C2680E2758EC}" presName="sibTrans" presStyleCnt="0"/>
      <dgm:spPr/>
    </dgm:pt>
    <dgm:pt modelId="{C9658783-3736-4F3B-9093-5BBF2D3C1BE1}" type="pres">
      <dgm:prSet presAssocID="{2EF8962D-51F5-4C5D-AF5C-EF49D09256FC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57F2D5F3-9BAF-49F8-B127-E1900B564C21}" srcId="{FA12B93E-2D2F-43B1-A927-D9284602E723}" destId="{56AA0EE1-4D29-4B64-9289-8AB12BBB370F}" srcOrd="3" destOrd="0" parTransId="{B3D85C0F-9943-498D-B308-B76BAE2719C2}" sibTransId="{B7A1260E-0303-45CF-A93B-1BFF47D43EA1}"/>
    <dgm:cxn modelId="{10511291-91AD-4A63-ADC1-231E27B54FE6}" srcId="{FA12B93E-2D2F-43B1-A927-D9284602E723}" destId="{5DC97DAD-7812-4C3C-B31B-E011791D0C53}" srcOrd="4" destOrd="0" parTransId="{7C65830F-A866-4153-B026-E95FE48FA99E}" sibTransId="{49DB5511-2B9A-476B-B9B2-CC04F7287C98}"/>
    <dgm:cxn modelId="{52C1F955-D4C8-41F2-B113-2CA443952DC0}" type="presOf" srcId="{56AA0EE1-4D29-4B64-9289-8AB12BBB370F}" destId="{A020BC64-8059-47F5-9C72-D091E5ED68D9}" srcOrd="0" destOrd="0" presId="urn:microsoft.com/office/officeart/2005/8/layout/default"/>
    <dgm:cxn modelId="{500CCA64-F1DB-4AB6-9A55-8644E27074A2}" srcId="{FA12B93E-2D2F-43B1-A927-D9284602E723}" destId="{AAD18866-42EF-4CF0-8388-AFAF614DF31E}" srcOrd="1" destOrd="0" parTransId="{840CF898-6B90-458E-9902-717CF06CDB31}" sibTransId="{AC6A8E54-0DA4-47AD-9AD6-D468809F1BC4}"/>
    <dgm:cxn modelId="{B71E52B8-CF1E-49B6-8C44-0F28DE8F0416}" srcId="{FA12B93E-2D2F-43B1-A927-D9284602E723}" destId="{E4AB8D9F-02E6-4240-858F-73377BCED92D}" srcOrd="2" destOrd="0" parTransId="{E46F6D09-81DD-4217-8DB0-BEDD8CE8F868}" sibTransId="{E50C514A-281A-4845-BE95-DE4FF860BDE7}"/>
    <dgm:cxn modelId="{0005EBF5-F9E1-4E2F-84B0-20FEB24FEA10}" type="presOf" srcId="{E4AB8D9F-02E6-4240-858F-73377BCED92D}" destId="{9EADCE79-6FF0-4D13-A034-ADAD8CDE2470}" srcOrd="0" destOrd="0" presId="urn:microsoft.com/office/officeart/2005/8/layout/default"/>
    <dgm:cxn modelId="{60DE260A-6663-4CDE-8654-F3A8498AB397}" type="presOf" srcId="{65964698-701B-4D14-A4FD-0829A1F3CBF6}" destId="{55E3AA5B-67E0-41D5-8919-F5E3B1E9BBEF}" srcOrd="0" destOrd="0" presId="urn:microsoft.com/office/officeart/2005/8/layout/default"/>
    <dgm:cxn modelId="{DAFA6564-365F-4D8F-A179-4C85B5320119}" type="presOf" srcId="{2EF8962D-51F5-4C5D-AF5C-EF49D09256FC}" destId="{C9658783-3736-4F3B-9093-5BBF2D3C1BE1}" srcOrd="0" destOrd="0" presId="urn:microsoft.com/office/officeart/2005/8/layout/default"/>
    <dgm:cxn modelId="{6CB40E65-13C0-4D91-9069-3C93586A52AE}" srcId="{FA12B93E-2D2F-43B1-A927-D9284602E723}" destId="{2EF8962D-51F5-4C5D-AF5C-EF49D09256FC}" srcOrd="6" destOrd="0" parTransId="{0F0E05BB-D0BD-42C2-AA41-D22E30AE0747}" sibTransId="{04BF9207-EDDA-4B80-AFF3-D62009FE11E4}"/>
    <dgm:cxn modelId="{4830AAB4-837D-4546-9214-03DDF4887C0F}" srcId="{FA12B93E-2D2F-43B1-A927-D9284602E723}" destId="{65964698-701B-4D14-A4FD-0829A1F3CBF6}" srcOrd="0" destOrd="0" parTransId="{2D106ACA-1047-4B98-9B4A-F7EC11815CE7}" sibTransId="{DE1FE187-91BB-4331-8F36-9E489BB34C75}"/>
    <dgm:cxn modelId="{4B03219F-AA66-4282-8CBF-0256F81D5F7D}" srcId="{FA12B93E-2D2F-43B1-A927-D9284602E723}" destId="{1F93A69C-E6A7-41E7-A326-50497AEF02DA}" srcOrd="5" destOrd="0" parTransId="{587CD0C9-C28F-42F1-BD1A-47C3012ABF05}" sibTransId="{E4F403CE-8A16-40CD-A787-C2680E2758EC}"/>
    <dgm:cxn modelId="{CAA4B562-96C0-455E-81E4-3D6DECF90AE2}" type="presOf" srcId="{AAD18866-42EF-4CF0-8388-AFAF614DF31E}" destId="{AD9CA6AE-FAE1-4807-A602-91E19A4EDDA1}" srcOrd="0" destOrd="0" presId="urn:microsoft.com/office/officeart/2005/8/layout/default"/>
    <dgm:cxn modelId="{654981C8-D51F-47A0-8954-FAB5ADDBEBF8}" type="presOf" srcId="{FA12B93E-2D2F-43B1-A927-D9284602E723}" destId="{66B3A0E4-30BE-46B0-A0C1-546622A657FA}" srcOrd="0" destOrd="0" presId="urn:microsoft.com/office/officeart/2005/8/layout/default"/>
    <dgm:cxn modelId="{05130708-2607-4DFF-890F-2F11FB3C262B}" type="presOf" srcId="{5DC97DAD-7812-4C3C-B31B-E011791D0C53}" destId="{0946DFFE-5E39-4D1B-8C53-8BC16F5D9C9D}" srcOrd="0" destOrd="0" presId="urn:microsoft.com/office/officeart/2005/8/layout/default"/>
    <dgm:cxn modelId="{DB6FB722-75B5-413E-A19C-2B50E2C8DB64}" type="presOf" srcId="{1F93A69C-E6A7-41E7-A326-50497AEF02DA}" destId="{AD8CBA65-313B-4D88-A049-513AF931C188}" srcOrd="0" destOrd="0" presId="urn:microsoft.com/office/officeart/2005/8/layout/default"/>
    <dgm:cxn modelId="{D9A62F2F-C772-4D65-AFCB-50462CCEEB89}" type="presParOf" srcId="{66B3A0E4-30BE-46B0-A0C1-546622A657FA}" destId="{55E3AA5B-67E0-41D5-8919-F5E3B1E9BBEF}" srcOrd="0" destOrd="0" presId="urn:microsoft.com/office/officeart/2005/8/layout/default"/>
    <dgm:cxn modelId="{5705B7DE-2C62-4FDE-931C-59A1EFB8B229}" type="presParOf" srcId="{66B3A0E4-30BE-46B0-A0C1-546622A657FA}" destId="{26FB1560-BE49-43EB-90B0-1E95F8BA9D58}" srcOrd="1" destOrd="0" presId="urn:microsoft.com/office/officeart/2005/8/layout/default"/>
    <dgm:cxn modelId="{37A06696-7C4A-434D-B7B3-8C1E12FB4ADB}" type="presParOf" srcId="{66B3A0E4-30BE-46B0-A0C1-546622A657FA}" destId="{AD9CA6AE-FAE1-4807-A602-91E19A4EDDA1}" srcOrd="2" destOrd="0" presId="urn:microsoft.com/office/officeart/2005/8/layout/default"/>
    <dgm:cxn modelId="{A698F0BD-AD01-4B8E-9297-7AFAB6DA2B8C}" type="presParOf" srcId="{66B3A0E4-30BE-46B0-A0C1-546622A657FA}" destId="{F8CD2059-E8B6-453C-AFF8-D73B8C3F251E}" srcOrd="3" destOrd="0" presId="urn:microsoft.com/office/officeart/2005/8/layout/default"/>
    <dgm:cxn modelId="{E37900A9-4CE7-4A42-B80B-4380F91B7A19}" type="presParOf" srcId="{66B3A0E4-30BE-46B0-A0C1-546622A657FA}" destId="{9EADCE79-6FF0-4D13-A034-ADAD8CDE2470}" srcOrd="4" destOrd="0" presId="urn:microsoft.com/office/officeart/2005/8/layout/default"/>
    <dgm:cxn modelId="{46017832-AC2B-445D-BA5A-E9A191C4CB75}" type="presParOf" srcId="{66B3A0E4-30BE-46B0-A0C1-546622A657FA}" destId="{578A664D-07FA-45C2-9062-521FCD4DEDFE}" srcOrd="5" destOrd="0" presId="urn:microsoft.com/office/officeart/2005/8/layout/default"/>
    <dgm:cxn modelId="{9F839196-1B66-4BC6-91F9-80C9BA1E48EC}" type="presParOf" srcId="{66B3A0E4-30BE-46B0-A0C1-546622A657FA}" destId="{A020BC64-8059-47F5-9C72-D091E5ED68D9}" srcOrd="6" destOrd="0" presId="urn:microsoft.com/office/officeart/2005/8/layout/default"/>
    <dgm:cxn modelId="{B6C61D94-B9BD-40D3-A722-F9BC5C28619C}" type="presParOf" srcId="{66B3A0E4-30BE-46B0-A0C1-546622A657FA}" destId="{872D5D44-CA4D-489D-900A-5F7E424F711F}" srcOrd="7" destOrd="0" presId="urn:microsoft.com/office/officeart/2005/8/layout/default"/>
    <dgm:cxn modelId="{47A7C835-25F9-43AB-A7AD-13BCD65DCECF}" type="presParOf" srcId="{66B3A0E4-30BE-46B0-A0C1-546622A657FA}" destId="{0946DFFE-5E39-4D1B-8C53-8BC16F5D9C9D}" srcOrd="8" destOrd="0" presId="urn:microsoft.com/office/officeart/2005/8/layout/default"/>
    <dgm:cxn modelId="{F30E5360-19E6-4130-8113-649149150A82}" type="presParOf" srcId="{66B3A0E4-30BE-46B0-A0C1-546622A657FA}" destId="{99985113-375D-4F10-A00C-11BC62B7CCD6}" srcOrd="9" destOrd="0" presId="urn:microsoft.com/office/officeart/2005/8/layout/default"/>
    <dgm:cxn modelId="{7DDF9000-8470-4640-AD0E-85185DABCA71}" type="presParOf" srcId="{66B3A0E4-30BE-46B0-A0C1-546622A657FA}" destId="{AD8CBA65-313B-4D88-A049-513AF931C188}" srcOrd="10" destOrd="0" presId="urn:microsoft.com/office/officeart/2005/8/layout/default"/>
    <dgm:cxn modelId="{2383BEA2-903D-47D1-B72A-6ABD9A3C5CB9}" type="presParOf" srcId="{66B3A0E4-30BE-46B0-A0C1-546622A657FA}" destId="{2092865E-6377-42C8-AAAA-FF5FCA8C2B47}" srcOrd="11" destOrd="0" presId="urn:microsoft.com/office/officeart/2005/8/layout/default"/>
    <dgm:cxn modelId="{379A204E-8E3E-48AE-897F-FFB2DC945D5A}" type="presParOf" srcId="{66B3A0E4-30BE-46B0-A0C1-546622A657FA}" destId="{C9658783-3736-4F3B-9093-5BBF2D3C1BE1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5C9B2-C270-46A3-8E5B-330F747B0D88}">
      <dsp:nvSpPr>
        <dsp:cNvPr id="0" name=""/>
        <dsp:cNvSpPr/>
      </dsp:nvSpPr>
      <dsp:spPr>
        <a:xfrm rot="5400000">
          <a:off x="2730564" y="77267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HRIS</a:t>
          </a:r>
          <a:endParaRPr lang="en-GB" sz="2000" kern="1200" dirty="0"/>
        </a:p>
      </dsp:txBody>
      <dsp:txXfrm rot="-5400000">
        <a:off x="2960086" y="181211"/>
        <a:ext cx="685278" cy="787675"/>
      </dsp:txXfrm>
    </dsp:sp>
    <dsp:sp modelId="{AD6F1B2D-9BAB-4A86-A520-F9BBFB5675B4}">
      <dsp:nvSpPr>
        <dsp:cNvPr id="0" name=""/>
        <dsp:cNvSpPr/>
      </dsp:nvSpPr>
      <dsp:spPr>
        <a:xfrm>
          <a:off x="3830716" y="231751"/>
          <a:ext cx="1277064" cy="686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3100" kern="1200" dirty="0"/>
        </a:p>
      </dsp:txBody>
      <dsp:txXfrm>
        <a:off x="3830716" y="231751"/>
        <a:ext cx="1277064" cy="686593"/>
      </dsp:txXfrm>
    </dsp:sp>
    <dsp:sp modelId="{A6221CE3-C4AC-468E-830C-92AB8A88C792}">
      <dsp:nvSpPr>
        <dsp:cNvPr id="0" name=""/>
        <dsp:cNvSpPr/>
      </dsp:nvSpPr>
      <dsp:spPr>
        <a:xfrm rot="5400000">
          <a:off x="1655359" y="77267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ERP</a:t>
          </a:r>
          <a:endParaRPr lang="en-GB" sz="2000" kern="1200" dirty="0"/>
        </a:p>
      </dsp:txBody>
      <dsp:txXfrm rot="-5400000">
        <a:off x="1884881" y="181211"/>
        <a:ext cx="685278" cy="787675"/>
      </dsp:txXfrm>
    </dsp:sp>
    <dsp:sp modelId="{89CF2B4D-8EE3-4303-BE59-6B1831E67C44}">
      <dsp:nvSpPr>
        <dsp:cNvPr id="0" name=""/>
        <dsp:cNvSpPr/>
      </dsp:nvSpPr>
      <dsp:spPr>
        <a:xfrm rot="5400000">
          <a:off x="2190902" y="1048568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PLM</a:t>
          </a:r>
          <a:endParaRPr lang="en-GB" sz="2000" kern="1200" dirty="0"/>
        </a:p>
      </dsp:txBody>
      <dsp:txXfrm rot="-5400000">
        <a:off x="2420424" y="1152512"/>
        <a:ext cx="685278" cy="787675"/>
      </dsp:txXfrm>
    </dsp:sp>
    <dsp:sp modelId="{49CF29B0-A7B7-4FC7-9215-2CCEF1475892}">
      <dsp:nvSpPr>
        <dsp:cNvPr id="0" name=""/>
        <dsp:cNvSpPr/>
      </dsp:nvSpPr>
      <dsp:spPr>
        <a:xfrm>
          <a:off x="988218" y="1203052"/>
          <a:ext cx="1235868" cy="686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3100" kern="1200" dirty="0"/>
        </a:p>
      </dsp:txBody>
      <dsp:txXfrm>
        <a:off x="988218" y="1203052"/>
        <a:ext cx="1235868" cy="686593"/>
      </dsp:txXfrm>
    </dsp:sp>
    <dsp:sp modelId="{6D6BA26F-3EAA-4DA0-B33E-3864A83D814F}">
      <dsp:nvSpPr>
        <dsp:cNvPr id="0" name=""/>
        <dsp:cNvSpPr/>
      </dsp:nvSpPr>
      <dsp:spPr>
        <a:xfrm rot="5400000">
          <a:off x="3266107" y="1048568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CAD</a:t>
          </a:r>
          <a:endParaRPr lang="en-GB" sz="2000" kern="1200" dirty="0"/>
        </a:p>
      </dsp:txBody>
      <dsp:txXfrm rot="-5400000">
        <a:off x="3495629" y="1152512"/>
        <a:ext cx="685278" cy="787675"/>
      </dsp:txXfrm>
    </dsp:sp>
    <dsp:sp modelId="{1337574E-5A1E-44CE-B4EB-27275A62F5EB}">
      <dsp:nvSpPr>
        <dsp:cNvPr id="0" name=""/>
        <dsp:cNvSpPr/>
      </dsp:nvSpPr>
      <dsp:spPr>
        <a:xfrm rot="5400000">
          <a:off x="2730564" y="2019870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Apps</a:t>
          </a:r>
          <a:endParaRPr lang="en-GB" sz="2000" kern="1200" dirty="0"/>
        </a:p>
      </dsp:txBody>
      <dsp:txXfrm rot="-5400000">
        <a:off x="2960086" y="2123814"/>
        <a:ext cx="685278" cy="787675"/>
      </dsp:txXfrm>
    </dsp:sp>
    <dsp:sp modelId="{11E31C06-BA01-4165-AB20-0D231852A62B}">
      <dsp:nvSpPr>
        <dsp:cNvPr id="0" name=""/>
        <dsp:cNvSpPr/>
      </dsp:nvSpPr>
      <dsp:spPr>
        <a:xfrm>
          <a:off x="3830716" y="2174353"/>
          <a:ext cx="1277064" cy="686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3100" kern="1200" dirty="0"/>
        </a:p>
      </dsp:txBody>
      <dsp:txXfrm>
        <a:off x="3830716" y="2174353"/>
        <a:ext cx="1277064" cy="686593"/>
      </dsp:txXfrm>
    </dsp:sp>
    <dsp:sp modelId="{A9C77E33-64A3-430C-BAB2-47B0991A9039}">
      <dsp:nvSpPr>
        <dsp:cNvPr id="0" name=""/>
        <dsp:cNvSpPr/>
      </dsp:nvSpPr>
      <dsp:spPr>
        <a:xfrm rot="5400000">
          <a:off x="1655359" y="2019870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DMS</a:t>
          </a:r>
          <a:endParaRPr lang="en-GB" sz="2000" kern="1200" dirty="0"/>
        </a:p>
      </dsp:txBody>
      <dsp:txXfrm rot="-5400000">
        <a:off x="1884881" y="2123814"/>
        <a:ext cx="685278" cy="787675"/>
      </dsp:txXfrm>
    </dsp:sp>
    <dsp:sp modelId="{07FDE53A-B6B1-455C-8090-344304EEB02F}">
      <dsp:nvSpPr>
        <dsp:cNvPr id="0" name=""/>
        <dsp:cNvSpPr/>
      </dsp:nvSpPr>
      <dsp:spPr>
        <a:xfrm rot="5400000">
          <a:off x="2190902" y="2991171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smtClean="0"/>
            <a:t>Intranet</a:t>
          </a:r>
          <a:endParaRPr lang="en-GB" sz="2000" kern="1200" dirty="0"/>
        </a:p>
      </dsp:txBody>
      <dsp:txXfrm rot="-5400000">
        <a:off x="2420424" y="3095115"/>
        <a:ext cx="685278" cy="787675"/>
      </dsp:txXfrm>
    </dsp:sp>
    <dsp:sp modelId="{A3730BDB-9333-4267-8847-CB6E18C5DA3B}">
      <dsp:nvSpPr>
        <dsp:cNvPr id="0" name=""/>
        <dsp:cNvSpPr/>
      </dsp:nvSpPr>
      <dsp:spPr>
        <a:xfrm>
          <a:off x="988218" y="3145655"/>
          <a:ext cx="1235868" cy="686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95B54-5FC6-4271-A0DB-EF5C40F372DA}">
      <dsp:nvSpPr>
        <dsp:cNvPr id="0" name=""/>
        <dsp:cNvSpPr/>
      </dsp:nvSpPr>
      <dsp:spPr>
        <a:xfrm rot="5400000">
          <a:off x="3266107" y="2991171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…</a:t>
          </a:r>
          <a:endParaRPr lang="en-GB" sz="2000" kern="1200" dirty="0"/>
        </a:p>
      </dsp:txBody>
      <dsp:txXfrm rot="-5400000">
        <a:off x="3495629" y="3095115"/>
        <a:ext cx="685278" cy="787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3AA5B-67E0-41D5-8919-F5E3B1E9BBEF}">
      <dsp:nvSpPr>
        <dsp:cNvPr id="0" name=""/>
        <dsp:cNvSpPr/>
      </dsp:nvSpPr>
      <dsp:spPr>
        <a:xfrm>
          <a:off x="217856" y="170"/>
          <a:ext cx="1989266" cy="119356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1"/>
            </a:rPr>
            <a:t>IT Information Security Procedure</a:t>
          </a:r>
          <a:endParaRPr lang="en-GB" sz="1800" kern="1200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sp:txBody>
      <dsp:txXfrm>
        <a:off x="217856" y="170"/>
        <a:ext cx="1989266" cy="1193560"/>
      </dsp:txXfrm>
    </dsp:sp>
    <dsp:sp modelId="{AD9CA6AE-FAE1-4807-A602-91E19A4EDDA1}">
      <dsp:nvSpPr>
        <dsp:cNvPr id="0" name=""/>
        <dsp:cNvSpPr/>
      </dsp:nvSpPr>
      <dsp:spPr>
        <a:xfrm>
          <a:off x="2406049" y="170"/>
          <a:ext cx="1989266" cy="119356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-979"/>
                <a:lumOff val="5882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-979"/>
                <a:lumOff val="5882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-979"/>
                <a:lumOff val="588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2"/>
            </a:rPr>
            <a:t>IT Guidelines for Data Backup</a:t>
          </a:r>
          <a:endParaRPr lang="en-GB" sz="1800" kern="1200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sp:txBody>
      <dsp:txXfrm>
        <a:off x="2406049" y="170"/>
        <a:ext cx="1989266" cy="1193560"/>
      </dsp:txXfrm>
    </dsp:sp>
    <dsp:sp modelId="{9EADCE79-6FF0-4D13-A034-ADAD8CDE2470}">
      <dsp:nvSpPr>
        <dsp:cNvPr id="0" name=""/>
        <dsp:cNvSpPr/>
      </dsp:nvSpPr>
      <dsp:spPr>
        <a:xfrm>
          <a:off x="4594243" y="170"/>
          <a:ext cx="1989266" cy="119356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-1957"/>
                <a:lumOff val="11764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-1957"/>
                <a:lumOff val="11764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-1957"/>
                <a:lumOff val="1176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3"/>
            </a:rPr>
            <a:t>IT Guidelines for Travelling Users</a:t>
          </a:r>
          <a:endParaRPr lang="en-GB" sz="1800" kern="1200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sp:txBody>
      <dsp:txXfrm>
        <a:off x="4594243" y="170"/>
        <a:ext cx="1989266" cy="1193560"/>
      </dsp:txXfrm>
    </dsp:sp>
    <dsp:sp modelId="{A020BC64-8059-47F5-9C72-D091E5ED68D9}">
      <dsp:nvSpPr>
        <dsp:cNvPr id="0" name=""/>
        <dsp:cNvSpPr/>
      </dsp:nvSpPr>
      <dsp:spPr>
        <a:xfrm>
          <a:off x="217856" y="1392657"/>
          <a:ext cx="1989266" cy="119356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-2936"/>
                <a:lumOff val="17647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-2936"/>
                <a:lumOff val="17647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-2936"/>
                <a:lumOff val="1764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4"/>
            </a:rPr>
            <a:t>Surveillance of Internet Access</a:t>
          </a:r>
          <a:endParaRPr lang="en-GB" sz="1800" kern="1200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sp:txBody>
      <dsp:txXfrm>
        <a:off x="217856" y="1392657"/>
        <a:ext cx="1989266" cy="1193560"/>
      </dsp:txXfrm>
    </dsp:sp>
    <dsp:sp modelId="{0946DFFE-5E39-4D1B-8C53-8BC16F5D9C9D}">
      <dsp:nvSpPr>
        <dsp:cNvPr id="0" name=""/>
        <dsp:cNvSpPr/>
      </dsp:nvSpPr>
      <dsp:spPr>
        <a:xfrm>
          <a:off x="2406049" y="1392657"/>
          <a:ext cx="1989266" cy="119356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-3915"/>
                <a:lumOff val="23529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-3915"/>
                <a:lumOff val="23529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-3915"/>
                <a:lumOff val="2352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5"/>
            </a:rPr>
            <a:t>Handling of SPAM/Phishing Mails</a:t>
          </a:r>
          <a:endParaRPr lang="en-GB" sz="1800" kern="1200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sp:txBody>
      <dsp:txXfrm>
        <a:off x="2406049" y="1392657"/>
        <a:ext cx="1989266" cy="1193560"/>
      </dsp:txXfrm>
    </dsp:sp>
    <dsp:sp modelId="{AD8CBA65-313B-4D88-A049-513AF931C188}">
      <dsp:nvSpPr>
        <dsp:cNvPr id="0" name=""/>
        <dsp:cNvSpPr/>
      </dsp:nvSpPr>
      <dsp:spPr>
        <a:xfrm>
          <a:off x="4594243" y="1392657"/>
          <a:ext cx="1989266" cy="119356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-4893"/>
                <a:lumOff val="29411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-4893"/>
                <a:lumOff val="29411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-4893"/>
                <a:lumOff val="2941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6"/>
            </a:rPr>
            <a:t>Instruction for using Correct E-Mail Address and Signature</a:t>
          </a:r>
          <a:endParaRPr lang="en-GB" sz="1800" kern="1200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sp:txBody>
      <dsp:txXfrm>
        <a:off x="4594243" y="1392657"/>
        <a:ext cx="1989266" cy="1193560"/>
      </dsp:txXfrm>
    </dsp:sp>
    <dsp:sp modelId="{C9658783-3736-4F3B-9093-5BBF2D3C1BE1}">
      <dsp:nvSpPr>
        <dsp:cNvPr id="0" name=""/>
        <dsp:cNvSpPr/>
      </dsp:nvSpPr>
      <dsp:spPr>
        <a:xfrm>
          <a:off x="2406049" y="2785144"/>
          <a:ext cx="1989266" cy="119356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-5872"/>
                <a:lumOff val="35293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-5872"/>
                <a:lumOff val="35293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-5872"/>
                <a:lumOff val="3529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7"/>
            </a:rPr>
            <a:t>Fowarding</a:t>
          </a:r>
          <a:r>
            <a:rPr lang="en-US" sz="1800" kern="1200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7"/>
            </a:rPr>
            <a:t> of mails to personal e-mails IDs</a:t>
          </a:r>
          <a:endParaRPr lang="en-GB" sz="1800" kern="1200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sp:txBody>
      <dsp:txXfrm>
        <a:off x="2406049" y="2785144"/>
        <a:ext cx="1989266" cy="1193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t" anchorCtr="0" compatLnSpc="1">
            <a:prstTxWarp prst="textNoShape">
              <a:avLst/>
            </a:prstTxWarp>
          </a:bodyPr>
          <a:lstStyle>
            <a:lvl1pPr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5064" y="1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t" anchorCtr="0" compatLnSpc="1">
            <a:prstTxWarp prst="textNoShape">
              <a:avLst/>
            </a:prstTxWarp>
          </a:bodyPr>
          <a:lstStyle>
            <a:lvl1pPr algn="r"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92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87946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b" anchorCtr="0" compatLnSpc="1">
            <a:prstTxWarp prst="textNoShape">
              <a:avLst/>
            </a:prstTxWarp>
          </a:bodyPr>
          <a:lstStyle>
            <a:lvl1pPr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92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5064" y="8887946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b" anchorCtr="0" compatLnSpc="1">
            <a:prstTxWarp prst="textNoShape">
              <a:avLst/>
            </a:prstTxWarp>
          </a:bodyPr>
          <a:lstStyle>
            <a:lvl1pPr algn="r"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60F43FF6-1B41-42D8-95EF-86067A5858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9559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t" anchorCtr="0" compatLnSpc="1">
            <a:prstTxWarp prst="textNoShape">
              <a:avLst/>
            </a:prstTxWarp>
          </a:bodyPr>
          <a:lstStyle>
            <a:lvl1pPr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5064" y="1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t" anchorCtr="0" compatLnSpc="1">
            <a:prstTxWarp prst="textNoShape">
              <a:avLst/>
            </a:prstTxWarp>
          </a:bodyPr>
          <a:lstStyle>
            <a:lvl1pPr algn="r"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7450" y="703263"/>
            <a:ext cx="4678363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5012" y="4442523"/>
            <a:ext cx="5643242" cy="421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193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87946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b" anchorCtr="0" compatLnSpc="1">
            <a:prstTxWarp prst="textNoShape">
              <a:avLst/>
            </a:prstTxWarp>
          </a:bodyPr>
          <a:lstStyle>
            <a:lvl1pPr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93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5064" y="8887946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b" anchorCtr="0" compatLnSpc="1">
            <a:prstTxWarp prst="textNoShape">
              <a:avLst/>
            </a:prstTxWarp>
          </a:bodyPr>
          <a:lstStyle>
            <a:lvl1pPr algn="r"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B6855E72-B805-4914-9B71-3767A2B488F3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39845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3263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1675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4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1675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5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1675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8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1675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9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1675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12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1675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13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685800" y="885429"/>
            <a:ext cx="7772400" cy="857229"/>
          </a:xfrm>
        </p:spPr>
        <p:txBody>
          <a:bodyPr/>
          <a:lstStyle>
            <a:lvl1pPr algn="ctr">
              <a:defRPr sz="3800" baseline="0">
                <a:solidFill>
                  <a:srgbClr val="1B2950"/>
                </a:solidFill>
                <a:effectLst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1371600" y="1839726"/>
            <a:ext cx="6400800" cy="714849"/>
          </a:xfrm>
        </p:spPr>
        <p:txBody>
          <a:bodyPr/>
          <a:lstStyle>
            <a:lvl1pPr marL="0" indent="0" algn="ctr">
              <a:buNone/>
              <a:defRPr baseline="0">
                <a:solidFill>
                  <a:srgbClr val="3288C4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smtClean="0"/>
              <a:t>Click to edit Master subtitle style</a:t>
            </a:r>
            <a:endParaRPr lang="en-IN" dirty="0"/>
          </a:p>
        </p:txBody>
      </p:sp>
      <p:sp>
        <p:nvSpPr>
          <p:cNvPr id="4" name="Rectangle 13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5A8EAC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30629" y="60235"/>
            <a:ext cx="9000000" cy="702000"/>
          </a:xfrm>
          <a:noFill/>
          <a:ln>
            <a:noFill/>
          </a:ln>
        </p:spPr>
        <p:txBody>
          <a:bodyPr/>
          <a:lstStyle>
            <a:lvl1pPr>
              <a:defRPr sz="3600" b="1">
                <a:solidFill>
                  <a:srgbClr val="52527C"/>
                </a:solidFill>
                <a:effectLst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232228" y="762235"/>
            <a:ext cx="8910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516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2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3" r:id="rId1"/>
    <p:sldLayoutId id="2147483733" r:id="rId2"/>
    <p:sldLayoutId id="2147483737" r:id="rId3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²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§"/>
        <a:defRPr sz="28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Char char="•"/>
        <a:defRPr sz="24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Blip>
          <a:blip r:embed="rId5"/>
        </a:buBlip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Blip>
          <a:blip r:embed="rId5"/>
        </a:buBlip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Blip>
          <a:blip r:embed="rId5"/>
        </a:buBlip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Blip>
          <a:blip r:embed="rId5"/>
        </a:buBlip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Blip>
          <a:blip r:embed="rId5"/>
        </a:buBlip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Blip>
          <a:blip r:embed="rId5"/>
        </a:buBlip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ctrTitle"/>
          </p:nvPr>
        </p:nvSpPr>
        <p:spPr>
          <a:xfrm>
            <a:off x="685800" y="2067390"/>
            <a:ext cx="7772400" cy="2723220"/>
          </a:xfrm>
        </p:spPr>
        <p:txBody>
          <a:bodyPr/>
          <a:lstStyle/>
          <a:p>
            <a:r>
              <a:rPr lang="en-GB" sz="3600" dirty="0" smtClean="0"/>
              <a:t>IT &amp; Systems</a:t>
            </a:r>
            <a:br>
              <a:rPr lang="en-GB" sz="3600" dirty="0" smtClean="0"/>
            </a:br>
            <a:r>
              <a:rPr lang="en-GB" sz="3600" dirty="0" smtClean="0"/>
              <a:t/>
            </a:r>
            <a:br>
              <a:rPr lang="en-GB" sz="3600" dirty="0" smtClean="0"/>
            </a:br>
            <a:r>
              <a:rPr lang="en-GB" sz="3600" dirty="0" smtClean="0"/>
              <a:t>Induction Presentation</a:t>
            </a:r>
            <a:r>
              <a:rPr lang="en-GB" sz="3600" dirty="0" smtClean="0"/>
              <a:t/>
            </a:r>
            <a:br>
              <a:rPr lang="en-GB" sz="3600" dirty="0" smtClean="0"/>
            </a:br>
            <a:r>
              <a:rPr lang="en-GB" sz="3600" dirty="0" smtClean="0"/>
              <a:t/>
            </a:r>
            <a:br>
              <a:rPr lang="en-GB" sz="3600" dirty="0" smtClean="0"/>
            </a:br>
            <a:r>
              <a:rPr lang="en-GB" sz="3600" dirty="0" smtClean="0"/>
              <a:t/>
            </a:r>
            <a:br>
              <a:rPr lang="en-GB" sz="3600" dirty="0" smtClean="0"/>
            </a:br>
            <a:endParaRPr lang="en-GB" sz="3600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Content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1521088" y="2892760"/>
            <a:ext cx="6183712" cy="1072481"/>
            <a:chOff x="573229" y="3041160"/>
            <a:chExt cx="6183712" cy="1072481"/>
          </a:xfrm>
        </p:grpSpPr>
        <p:sp>
          <p:nvSpPr>
            <p:cNvPr id="60" name="Pentagon 59"/>
            <p:cNvSpPr/>
            <p:nvPr/>
          </p:nvSpPr>
          <p:spPr bwMode="auto">
            <a:xfrm>
              <a:off x="776755" y="3269036"/>
              <a:ext cx="1939562" cy="844605"/>
            </a:xfrm>
            <a:prstGeom prst="homePlate">
              <a:avLst/>
            </a:prstGeom>
            <a:solidFill>
              <a:srgbClr val="19345F"/>
            </a:solidFill>
            <a:ln w="25400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/>
              <a:r>
                <a:rPr lang="en-GB" sz="1300" b="1" dirty="0" smtClean="0">
                  <a:solidFill>
                    <a:srgbClr val="FFFFFF"/>
                  </a:solidFill>
                  <a:latin typeface="+mn-lt"/>
                </a:rPr>
                <a:t>Infrastructure</a:t>
              </a:r>
            </a:p>
          </p:txBody>
        </p:sp>
        <p:sp>
          <p:nvSpPr>
            <p:cNvPr id="61" name="Chevron 60"/>
            <p:cNvSpPr/>
            <p:nvPr/>
          </p:nvSpPr>
          <p:spPr bwMode="auto">
            <a:xfrm>
              <a:off x="2351899" y="3269036"/>
              <a:ext cx="2378188" cy="844605"/>
            </a:xfrm>
            <a:prstGeom prst="chevron">
              <a:avLst/>
            </a:prstGeom>
            <a:solidFill>
              <a:srgbClr val="1F9C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solidFill>
                    <a:schemeClr val="tx1"/>
                  </a:solidFill>
                  <a:latin typeface="+mn-lt"/>
                </a:rPr>
                <a:t>Applications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573229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200" b="0" i="0" u="none" strike="noStrike" cap="none" normalizeH="0" baseline="0" dirty="0" smtClean="0">
                  <a:ln>
                    <a:noFill/>
                  </a:ln>
                  <a:solidFill>
                    <a:srgbClr val="3288C4"/>
                  </a:solidFill>
                  <a:effectLst/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2234506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Chevron 63"/>
            <p:cNvSpPr/>
            <p:nvPr/>
          </p:nvSpPr>
          <p:spPr bwMode="auto">
            <a:xfrm>
              <a:off x="4378753" y="3269036"/>
              <a:ext cx="2378188" cy="844605"/>
            </a:xfrm>
            <a:prstGeom prst="chevron">
              <a:avLst/>
            </a:prstGeom>
            <a:solidFill>
              <a:srgbClr val="E6E6D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latin typeface="+mn-lt"/>
                </a:rPr>
                <a:t>Policies</a:t>
              </a: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4179223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Content</a:t>
            </a:r>
          </a:p>
        </p:txBody>
      </p:sp>
      <p:grpSp>
        <p:nvGrpSpPr>
          <p:cNvPr id="2" name="Group 67"/>
          <p:cNvGrpSpPr/>
          <p:nvPr/>
        </p:nvGrpSpPr>
        <p:grpSpPr>
          <a:xfrm>
            <a:off x="1521088" y="2892760"/>
            <a:ext cx="6183712" cy="1072481"/>
            <a:chOff x="573229" y="3041160"/>
            <a:chExt cx="6183712" cy="1072481"/>
          </a:xfrm>
        </p:grpSpPr>
        <p:sp>
          <p:nvSpPr>
            <p:cNvPr id="60" name="Pentagon 59"/>
            <p:cNvSpPr/>
            <p:nvPr/>
          </p:nvSpPr>
          <p:spPr bwMode="auto">
            <a:xfrm>
              <a:off x="776755" y="3269036"/>
              <a:ext cx="1939562" cy="844605"/>
            </a:xfrm>
            <a:prstGeom prst="homePlate">
              <a:avLst/>
            </a:prstGeom>
            <a:solidFill>
              <a:srgbClr val="19345F"/>
            </a:solidFill>
            <a:ln w="25400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/>
              <a:r>
                <a:rPr lang="en-GB" sz="1300" b="1" dirty="0" smtClean="0">
                  <a:solidFill>
                    <a:srgbClr val="FFFFFF"/>
                  </a:solidFill>
                  <a:latin typeface="+mn-lt"/>
                </a:rPr>
                <a:t>Infrastructure</a:t>
              </a:r>
            </a:p>
          </p:txBody>
        </p:sp>
        <p:sp>
          <p:nvSpPr>
            <p:cNvPr id="61" name="Chevron 60"/>
            <p:cNvSpPr/>
            <p:nvPr/>
          </p:nvSpPr>
          <p:spPr bwMode="auto">
            <a:xfrm>
              <a:off x="2351899" y="3269036"/>
              <a:ext cx="2378188" cy="844605"/>
            </a:xfrm>
            <a:prstGeom prst="chevron">
              <a:avLst/>
            </a:prstGeom>
            <a:solidFill>
              <a:srgbClr val="1F9C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solidFill>
                    <a:schemeClr val="tx1"/>
                  </a:solidFill>
                  <a:latin typeface="+mn-lt"/>
                </a:rPr>
                <a:t>Applications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573229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1" i="0" u="none" strike="noStrike" normalizeH="0" baseline="0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2234506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Chevron 63"/>
            <p:cNvSpPr/>
            <p:nvPr/>
          </p:nvSpPr>
          <p:spPr bwMode="auto">
            <a:xfrm>
              <a:off x="4378753" y="3269036"/>
              <a:ext cx="2378188" cy="844605"/>
            </a:xfrm>
            <a:prstGeom prst="chevron">
              <a:avLst/>
            </a:prstGeom>
            <a:solidFill>
              <a:srgbClr val="E6E6D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latin typeface="+mn-lt"/>
                </a:rPr>
                <a:t>Policies</a:t>
              </a: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4179223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Team</a:t>
            </a:r>
            <a:endParaRPr lang="en-GB" sz="3500" dirty="0" smtClean="0">
              <a:solidFill>
                <a:schemeClr val="bg2"/>
              </a:solidFill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 smtClean="0">
                <a:solidFill>
                  <a:schemeClr val="tx1"/>
                </a:solidFill>
                <a:latin typeface="+mn-lt"/>
              </a:rPr>
              <a:t>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l="5532" t="12685" r="2632" b="46701"/>
          <a:stretch/>
        </p:blipFill>
        <p:spPr bwMode="auto">
          <a:xfrm>
            <a:off x="299643" y="1596572"/>
            <a:ext cx="8609605" cy="2950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Technology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 smtClean="0">
                <a:solidFill>
                  <a:schemeClr val="tx1"/>
                </a:solidFill>
                <a:latin typeface="+mn-lt"/>
              </a:rPr>
              <a:t>1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369293946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Content</a:t>
            </a:r>
          </a:p>
        </p:txBody>
      </p:sp>
      <p:grpSp>
        <p:nvGrpSpPr>
          <p:cNvPr id="2" name="Group 67"/>
          <p:cNvGrpSpPr/>
          <p:nvPr/>
        </p:nvGrpSpPr>
        <p:grpSpPr>
          <a:xfrm>
            <a:off x="1521088" y="2892760"/>
            <a:ext cx="6183712" cy="1072481"/>
            <a:chOff x="573229" y="3041160"/>
            <a:chExt cx="6183712" cy="1072481"/>
          </a:xfrm>
        </p:grpSpPr>
        <p:sp>
          <p:nvSpPr>
            <p:cNvPr id="60" name="Pentagon 59"/>
            <p:cNvSpPr/>
            <p:nvPr/>
          </p:nvSpPr>
          <p:spPr bwMode="auto">
            <a:xfrm>
              <a:off x="776755" y="3269036"/>
              <a:ext cx="1939562" cy="844605"/>
            </a:xfrm>
            <a:prstGeom prst="homePlate">
              <a:avLst/>
            </a:prstGeom>
            <a:solidFill>
              <a:srgbClr val="19345F"/>
            </a:solidFill>
            <a:ln w="25400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/>
              <a:r>
                <a:rPr lang="en-GB" sz="1300" b="1" dirty="0" smtClean="0">
                  <a:solidFill>
                    <a:srgbClr val="FFFFFF"/>
                  </a:solidFill>
                  <a:latin typeface="+mn-lt"/>
                </a:rPr>
                <a:t>Infrastructure</a:t>
              </a:r>
            </a:p>
          </p:txBody>
        </p:sp>
        <p:sp>
          <p:nvSpPr>
            <p:cNvPr id="61" name="Chevron 60"/>
            <p:cNvSpPr/>
            <p:nvPr/>
          </p:nvSpPr>
          <p:spPr bwMode="auto">
            <a:xfrm>
              <a:off x="2351899" y="3269036"/>
              <a:ext cx="2378188" cy="844605"/>
            </a:xfrm>
            <a:prstGeom prst="chevron">
              <a:avLst/>
            </a:prstGeom>
            <a:solidFill>
              <a:srgbClr val="1F9C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solidFill>
                    <a:schemeClr val="tx1"/>
                  </a:solidFill>
                  <a:latin typeface="+mn-lt"/>
                </a:rPr>
                <a:t>Applications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573229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1" i="0" u="none" strike="noStrike" normalizeH="0" baseline="0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2234506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Chevron 63"/>
            <p:cNvSpPr/>
            <p:nvPr/>
          </p:nvSpPr>
          <p:spPr bwMode="auto">
            <a:xfrm>
              <a:off x="4378753" y="3269036"/>
              <a:ext cx="2378188" cy="844605"/>
            </a:xfrm>
            <a:prstGeom prst="chevron">
              <a:avLst/>
            </a:prstGeom>
            <a:solidFill>
              <a:srgbClr val="E6E6D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latin typeface="+mn-lt"/>
                </a:rPr>
                <a:t>Policies</a:t>
              </a: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4179223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Content</a:t>
            </a:r>
          </a:p>
        </p:txBody>
      </p:sp>
      <p:grpSp>
        <p:nvGrpSpPr>
          <p:cNvPr id="2" name="Group 67"/>
          <p:cNvGrpSpPr/>
          <p:nvPr/>
        </p:nvGrpSpPr>
        <p:grpSpPr>
          <a:xfrm>
            <a:off x="1521088" y="2892760"/>
            <a:ext cx="6183712" cy="1072481"/>
            <a:chOff x="573229" y="3041160"/>
            <a:chExt cx="6183712" cy="1072481"/>
          </a:xfrm>
        </p:grpSpPr>
        <p:sp>
          <p:nvSpPr>
            <p:cNvPr id="60" name="Pentagon 59"/>
            <p:cNvSpPr/>
            <p:nvPr/>
          </p:nvSpPr>
          <p:spPr bwMode="auto">
            <a:xfrm>
              <a:off x="776755" y="3269036"/>
              <a:ext cx="1939562" cy="844605"/>
            </a:xfrm>
            <a:prstGeom prst="homePlate">
              <a:avLst/>
            </a:prstGeom>
            <a:solidFill>
              <a:srgbClr val="19345F"/>
            </a:solidFill>
            <a:ln w="25400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/>
              <a:r>
                <a:rPr lang="en-GB" sz="1300" b="1" dirty="0" smtClean="0">
                  <a:solidFill>
                    <a:srgbClr val="FFFFFF"/>
                  </a:solidFill>
                  <a:latin typeface="+mn-lt"/>
                </a:rPr>
                <a:t>Infrastructure</a:t>
              </a:r>
            </a:p>
          </p:txBody>
        </p:sp>
        <p:sp>
          <p:nvSpPr>
            <p:cNvPr id="61" name="Chevron 60"/>
            <p:cNvSpPr/>
            <p:nvPr/>
          </p:nvSpPr>
          <p:spPr bwMode="auto">
            <a:xfrm>
              <a:off x="2351899" y="3269036"/>
              <a:ext cx="2378188" cy="844605"/>
            </a:xfrm>
            <a:prstGeom prst="chevron">
              <a:avLst/>
            </a:prstGeom>
            <a:solidFill>
              <a:srgbClr val="1F9C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solidFill>
                    <a:schemeClr val="tx1"/>
                  </a:solidFill>
                  <a:latin typeface="+mn-lt"/>
                </a:rPr>
                <a:t>Applications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573229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1" i="0" u="none" strike="noStrike" normalizeH="0" baseline="0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2234506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2800" b="1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64" name="Chevron 63"/>
            <p:cNvSpPr/>
            <p:nvPr/>
          </p:nvSpPr>
          <p:spPr bwMode="auto">
            <a:xfrm>
              <a:off x="4378753" y="3269036"/>
              <a:ext cx="2378188" cy="844605"/>
            </a:xfrm>
            <a:prstGeom prst="chevron">
              <a:avLst/>
            </a:prstGeom>
            <a:solidFill>
              <a:srgbClr val="E6E6D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latin typeface="+mn-lt"/>
                </a:rPr>
                <a:t>Policies</a:t>
              </a: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4179223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Business Application (</a:t>
            </a:r>
            <a:r>
              <a:rPr lang="en-GB" sz="3500" dirty="0" err="1" smtClean="0">
                <a:solidFill>
                  <a:schemeClr val="bg2"/>
                </a:solidFill>
              </a:rPr>
              <a:t>BaaN</a:t>
            </a:r>
            <a:r>
              <a:rPr lang="en-GB" sz="3500" dirty="0" smtClean="0">
                <a:solidFill>
                  <a:schemeClr val="bg2"/>
                </a:solidFill>
              </a:rPr>
              <a:t> ERP)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 smtClean="0">
                <a:solidFill>
                  <a:schemeClr val="tx1"/>
                </a:solidFill>
                <a:latin typeface="+mn-lt"/>
              </a:rPr>
              <a:t>2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339151" y="6080278"/>
            <a:ext cx="1602399" cy="716927"/>
            <a:chOff x="2472276" y="5928453"/>
            <a:chExt cx="1602399" cy="716927"/>
          </a:xfrm>
        </p:grpSpPr>
        <p:cxnSp>
          <p:nvCxnSpPr>
            <p:cNvPr id="114" name="Straight Connector 113"/>
            <p:cNvCxnSpPr/>
            <p:nvPr/>
          </p:nvCxnSpPr>
          <p:spPr bwMode="auto">
            <a:xfrm>
              <a:off x="2472675" y="5928453"/>
              <a:ext cx="1602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5" name="Rectangle 114"/>
            <p:cNvSpPr/>
            <p:nvPr/>
          </p:nvSpPr>
          <p:spPr bwMode="auto">
            <a:xfrm>
              <a:off x="2472276" y="5950899"/>
              <a:ext cx="1602000" cy="694481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 err="1" smtClean="0">
                  <a:ln>
                    <a:noFill/>
                  </a:ln>
                  <a:solidFill>
                    <a:srgbClr val="1B2950"/>
                  </a:solidFill>
                  <a:effectLst/>
                  <a:latin typeface="+mn-lt"/>
                </a:rPr>
                <a:t>Engg</a:t>
              </a:r>
              <a:r>
                <a:rPr kumimoji="0" lang="en-GB" sz="2000" b="0" i="0" u="none" strike="noStrike" cap="none" normalizeH="0" baseline="0" dirty="0" smtClean="0">
                  <a:ln>
                    <a:noFill/>
                  </a:ln>
                  <a:solidFill>
                    <a:srgbClr val="1B2950"/>
                  </a:solidFill>
                  <a:effectLst/>
                  <a:latin typeface="+mn-lt"/>
                </a:rPr>
                <a:t>. &amp; Design</a:t>
              </a:r>
            </a:p>
          </p:txBody>
        </p:sp>
      </p:grpSp>
      <p:sp>
        <p:nvSpPr>
          <p:cNvPr id="51" name="Rectangle 50"/>
          <p:cNvSpPr/>
          <p:nvPr/>
        </p:nvSpPr>
        <p:spPr bwMode="auto">
          <a:xfrm>
            <a:off x="338945" y="3010146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>
                <a:solidFill>
                  <a:srgbClr val="1B2950"/>
                </a:solidFill>
                <a:latin typeface="+mn-lt"/>
              </a:rPr>
              <a:t>Vendor/Customer Document Management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1976803" y="2265050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Element wise Sanction Utilisation &amp; Monitoring</a:t>
            </a:r>
            <a:endParaRPr kumimoji="0" lang="en-GB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3614661" y="2265050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0" i="0" u="none" strike="noStrike" cap="none" normalizeH="0" baseline="0" dirty="0" smtClean="0">
                <a:ln>
                  <a:noFill/>
                </a:ln>
                <a:solidFill>
                  <a:srgbClr val="1B2950"/>
                </a:solidFill>
                <a:effectLst/>
                <a:latin typeface="+mn-lt"/>
                <a:ea typeface="Tahoma" pitchFamily="34" charset="0"/>
                <a:cs typeface="Tahoma" pitchFamily="34" charset="0"/>
              </a:rPr>
              <a:t>Payment Tracking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6808392" y="2265050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Payments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338945" y="3752789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</a:rPr>
              <a:t>Engineering Document Release &amp; Change Control</a:t>
            </a:r>
          </a:p>
        </p:txBody>
      </p:sp>
      <p:sp>
        <p:nvSpPr>
          <p:cNvPr id="62" name="Rectangle 61"/>
          <p:cNvSpPr/>
          <p:nvPr/>
        </p:nvSpPr>
        <p:spPr bwMode="auto">
          <a:xfrm>
            <a:off x="1976803" y="3007693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0" i="0" u="none" strike="noStrike" cap="none" normalizeH="0" baseline="0" dirty="0" smtClean="0">
                <a:ln>
                  <a:noFill/>
                </a:ln>
                <a:solidFill>
                  <a:srgbClr val="1B2950"/>
                </a:solidFill>
                <a:effectLst/>
                <a:latin typeface="+mn-lt"/>
                <a:ea typeface="Tahoma" pitchFamily="34" charset="0"/>
                <a:cs typeface="Tahoma" pitchFamily="34" charset="0"/>
              </a:rPr>
              <a:t>Material Despatch &amp; Receipt at Site</a:t>
            </a:r>
          </a:p>
        </p:txBody>
      </p:sp>
      <p:sp>
        <p:nvSpPr>
          <p:cNvPr id="67" name="Rectangle 66"/>
          <p:cNvSpPr/>
          <p:nvPr/>
        </p:nvSpPr>
        <p:spPr bwMode="auto">
          <a:xfrm>
            <a:off x="3614661" y="3007693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Delivery Tracking</a:t>
            </a:r>
          </a:p>
        </p:txBody>
      </p:sp>
      <p:sp>
        <p:nvSpPr>
          <p:cNvPr id="68" name="Rectangle 67"/>
          <p:cNvSpPr/>
          <p:nvPr/>
        </p:nvSpPr>
        <p:spPr bwMode="auto">
          <a:xfrm>
            <a:off x="1976803" y="3750336"/>
            <a:ext cx="1602206" cy="694480"/>
          </a:xfrm>
          <a:prstGeom prst="rect">
            <a:avLst/>
          </a:prstGeom>
          <a:noFill/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marL="0" marR="0" indent="0" algn="ctr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GB" dirty="0" smtClean="0">
                <a:solidFill>
                  <a:srgbClr val="1B2950"/>
                </a:solidFill>
                <a:latin typeface="+mn-lt"/>
                <a:ea typeface="Tahoma" pitchFamily="34" charset="0"/>
                <a:cs typeface="Tahoma" pitchFamily="34" charset="0"/>
              </a:rPr>
              <a:t>Delivery Sequence Control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3614661" y="3750336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Order Placement</a:t>
            </a:r>
          </a:p>
        </p:txBody>
      </p:sp>
      <p:sp>
        <p:nvSpPr>
          <p:cNvPr id="72" name="Rectangle 71"/>
          <p:cNvSpPr/>
          <p:nvPr/>
        </p:nvSpPr>
        <p:spPr bwMode="auto">
          <a:xfrm>
            <a:off x="6808392" y="3750336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Export Invoicing</a:t>
            </a:r>
          </a:p>
        </p:txBody>
      </p:sp>
      <p:sp>
        <p:nvSpPr>
          <p:cNvPr id="75" name="Rectangle 74"/>
          <p:cNvSpPr/>
          <p:nvPr/>
        </p:nvSpPr>
        <p:spPr bwMode="auto">
          <a:xfrm>
            <a:off x="338945" y="4477213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</a:rPr>
              <a:t>Resource &amp;</a:t>
            </a:r>
          </a:p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</a:rPr>
              <a:t>Productivity Management</a:t>
            </a:r>
          </a:p>
        </p:txBody>
      </p:sp>
      <p:sp>
        <p:nvSpPr>
          <p:cNvPr id="78" name="Rectangle 77"/>
          <p:cNvSpPr/>
          <p:nvPr/>
        </p:nvSpPr>
        <p:spPr bwMode="auto">
          <a:xfrm>
            <a:off x="1976803" y="4477213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Material Indenting</a:t>
            </a:r>
          </a:p>
        </p:txBody>
      </p:sp>
      <p:sp>
        <p:nvSpPr>
          <p:cNvPr id="79" name="Rectangle 78"/>
          <p:cNvSpPr/>
          <p:nvPr/>
        </p:nvSpPr>
        <p:spPr bwMode="auto">
          <a:xfrm>
            <a:off x="3614533" y="4477213"/>
            <a:ext cx="1602206" cy="694480"/>
          </a:xfrm>
          <a:prstGeom prst="rect">
            <a:avLst/>
          </a:prstGeom>
          <a:noFill/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0" i="0" u="none" strike="noStrike" cap="none" normalizeH="0" baseline="0" dirty="0" smtClean="0">
                <a:ln>
                  <a:noFill/>
                </a:ln>
                <a:solidFill>
                  <a:srgbClr val="1B2950"/>
                </a:solidFill>
                <a:effectLst/>
                <a:latin typeface="+mn-lt"/>
                <a:ea typeface="Tahoma" pitchFamily="34" charset="0"/>
                <a:cs typeface="Tahoma" pitchFamily="34" charset="0"/>
              </a:rPr>
              <a:t>Historic Cost Comparison</a:t>
            </a:r>
          </a:p>
        </p:txBody>
      </p:sp>
      <p:sp>
        <p:nvSpPr>
          <p:cNvPr id="80" name="Rectangle 79"/>
          <p:cNvSpPr/>
          <p:nvPr/>
        </p:nvSpPr>
        <p:spPr bwMode="auto">
          <a:xfrm>
            <a:off x="338945" y="5219857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>
                <a:solidFill>
                  <a:srgbClr val="1B2950"/>
                </a:solidFill>
                <a:latin typeface="+mn-lt"/>
              </a:rPr>
              <a:t>Design Development Planning</a:t>
            </a:r>
          </a:p>
        </p:txBody>
      </p:sp>
      <p:sp>
        <p:nvSpPr>
          <p:cNvPr id="81" name="Rectangle 80"/>
          <p:cNvSpPr/>
          <p:nvPr/>
        </p:nvSpPr>
        <p:spPr bwMode="auto">
          <a:xfrm>
            <a:off x="1976803" y="5219857"/>
            <a:ext cx="1602206" cy="694480"/>
          </a:xfrm>
          <a:prstGeom prst="rect">
            <a:avLst/>
          </a:prstGeom>
          <a:noFill/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  <a:ea typeface="Tahoma" pitchFamily="34" charset="0"/>
                <a:cs typeface="Tahoma" pitchFamily="34" charset="0"/>
              </a:rPr>
              <a:t>Planning</a:t>
            </a:r>
          </a:p>
        </p:txBody>
      </p:sp>
      <p:sp>
        <p:nvSpPr>
          <p:cNvPr id="82" name="Rectangle 81"/>
          <p:cNvSpPr/>
          <p:nvPr/>
        </p:nvSpPr>
        <p:spPr bwMode="auto">
          <a:xfrm>
            <a:off x="3614661" y="5219857"/>
            <a:ext cx="1602206" cy="694480"/>
          </a:xfrm>
          <a:prstGeom prst="rect">
            <a:avLst/>
          </a:prstGeom>
          <a:noFill/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  <a:ea typeface="Tahoma" pitchFamily="34" charset="0"/>
                <a:cs typeface="Tahoma" pitchFamily="34" charset="0"/>
              </a:rPr>
              <a:t>Enquiry</a:t>
            </a:r>
          </a:p>
        </p:txBody>
      </p:sp>
      <p:sp>
        <p:nvSpPr>
          <p:cNvPr id="83" name="Rectangle 82"/>
          <p:cNvSpPr/>
          <p:nvPr/>
        </p:nvSpPr>
        <p:spPr bwMode="auto">
          <a:xfrm>
            <a:off x="6808392" y="5219857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Accounting</a:t>
            </a:r>
          </a:p>
        </p:txBody>
      </p:sp>
      <p:sp>
        <p:nvSpPr>
          <p:cNvPr id="84" name="Rectangle 83"/>
          <p:cNvSpPr/>
          <p:nvPr/>
        </p:nvSpPr>
        <p:spPr bwMode="auto">
          <a:xfrm>
            <a:off x="6808392" y="3007693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Project Sanction Control</a:t>
            </a:r>
          </a:p>
        </p:txBody>
      </p:sp>
      <p:sp>
        <p:nvSpPr>
          <p:cNvPr id="85" name="Rectangle 84"/>
          <p:cNvSpPr/>
          <p:nvPr/>
        </p:nvSpPr>
        <p:spPr bwMode="auto">
          <a:xfrm>
            <a:off x="1976805" y="783092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Customer Billing, Schedule &amp; Status</a:t>
            </a:r>
            <a:endParaRPr kumimoji="0" lang="en-GB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6808394" y="783092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  <a:ea typeface="Tahoma" pitchFamily="34" charset="0"/>
                <a:cs typeface="Tahoma" pitchFamily="34" charset="0"/>
              </a:rPr>
              <a:t>MIS Creation</a:t>
            </a:r>
          </a:p>
        </p:txBody>
      </p:sp>
      <p:sp>
        <p:nvSpPr>
          <p:cNvPr id="87" name="Rectangle 86"/>
          <p:cNvSpPr/>
          <p:nvPr/>
        </p:nvSpPr>
        <p:spPr bwMode="auto">
          <a:xfrm>
            <a:off x="1976805" y="1525735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SAR/QFR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3614663" y="1525735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  <a:ea typeface="Tahoma" pitchFamily="34" charset="0"/>
                <a:cs typeface="Tahoma" pitchFamily="34" charset="0"/>
              </a:rPr>
              <a:t>Vendor Quality Tracking</a:t>
            </a:r>
          </a:p>
        </p:txBody>
      </p:sp>
      <p:sp>
        <p:nvSpPr>
          <p:cNvPr id="92" name="Rectangle 91"/>
          <p:cNvSpPr/>
          <p:nvPr/>
        </p:nvSpPr>
        <p:spPr bwMode="auto">
          <a:xfrm>
            <a:off x="6808394" y="1525735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  <a:ea typeface="Tahoma" pitchFamily="34" charset="0"/>
                <a:cs typeface="Tahoma" pitchFamily="34" charset="0"/>
              </a:rPr>
              <a:t>Cash Flow</a:t>
            </a:r>
          </a:p>
        </p:txBody>
      </p:sp>
      <p:grpSp>
        <p:nvGrpSpPr>
          <p:cNvPr id="93" name="Group 92"/>
          <p:cNvGrpSpPr/>
          <p:nvPr/>
        </p:nvGrpSpPr>
        <p:grpSpPr>
          <a:xfrm>
            <a:off x="1964753" y="6080279"/>
            <a:ext cx="1602399" cy="716927"/>
            <a:chOff x="2472276" y="5928453"/>
            <a:chExt cx="1602399" cy="716927"/>
          </a:xfrm>
        </p:grpSpPr>
        <p:cxnSp>
          <p:nvCxnSpPr>
            <p:cNvPr id="112" name="Straight Connector 111"/>
            <p:cNvCxnSpPr/>
            <p:nvPr/>
          </p:nvCxnSpPr>
          <p:spPr bwMode="auto">
            <a:xfrm>
              <a:off x="2472675" y="5928453"/>
              <a:ext cx="1602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3" name="Rectangle 112"/>
            <p:cNvSpPr/>
            <p:nvPr/>
          </p:nvSpPr>
          <p:spPr bwMode="auto">
            <a:xfrm>
              <a:off x="2472276" y="5950899"/>
              <a:ext cx="1602000" cy="694481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 smtClean="0">
                  <a:ln>
                    <a:noFill/>
                  </a:ln>
                  <a:solidFill>
                    <a:srgbClr val="1B2950"/>
                  </a:solidFill>
                  <a:effectLst/>
                  <a:latin typeface="+mn-lt"/>
                </a:rPr>
                <a:t>Projects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3597653" y="6085281"/>
            <a:ext cx="1602399" cy="708301"/>
            <a:chOff x="2472276" y="5937079"/>
            <a:chExt cx="1602399" cy="708301"/>
          </a:xfrm>
        </p:grpSpPr>
        <p:cxnSp>
          <p:nvCxnSpPr>
            <p:cNvPr id="110" name="Straight Connector 109"/>
            <p:cNvCxnSpPr/>
            <p:nvPr/>
          </p:nvCxnSpPr>
          <p:spPr bwMode="auto">
            <a:xfrm>
              <a:off x="2472675" y="5937079"/>
              <a:ext cx="1602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1" name="Rectangle 110"/>
            <p:cNvSpPr/>
            <p:nvPr/>
          </p:nvSpPr>
          <p:spPr bwMode="auto">
            <a:xfrm>
              <a:off x="2472276" y="5950899"/>
              <a:ext cx="1602000" cy="694481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 smtClean="0">
                  <a:ln>
                    <a:noFill/>
                  </a:ln>
                  <a:solidFill>
                    <a:srgbClr val="1B2950"/>
                  </a:solidFill>
                  <a:effectLst/>
                  <a:latin typeface="+mn-lt"/>
                </a:rPr>
                <a:t>Procurement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739450" y="6086674"/>
            <a:ext cx="1656193" cy="716927"/>
            <a:chOff x="2472675" y="5928453"/>
            <a:chExt cx="1656193" cy="716927"/>
          </a:xfrm>
        </p:grpSpPr>
        <p:cxnSp>
          <p:nvCxnSpPr>
            <p:cNvPr id="108" name="Straight Connector 107"/>
            <p:cNvCxnSpPr/>
            <p:nvPr/>
          </p:nvCxnSpPr>
          <p:spPr bwMode="auto">
            <a:xfrm>
              <a:off x="2472675" y="5928453"/>
              <a:ext cx="1602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9" name="Rectangle 108"/>
            <p:cNvSpPr/>
            <p:nvPr/>
          </p:nvSpPr>
          <p:spPr bwMode="auto">
            <a:xfrm>
              <a:off x="2526868" y="5950899"/>
              <a:ext cx="1602000" cy="694481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 smtClean="0">
                  <a:ln>
                    <a:noFill/>
                  </a:ln>
                  <a:solidFill>
                    <a:srgbClr val="1B2950"/>
                  </a:solidFill>
                  <a:effectLst/>
                  <a:latin typeface="+mn-lt"/>
                </a:rPr>
                <a:t>Accounts</a:t>
              </a:r>
            </a:p>
          </p:txBody>
        </p:sp>
      </p:grpSp>
      <p:sp>
        <p:nvSpPr>
          <p:cNvPr id="96" name="Rectangle 95"/>
          <p:cNvSpPr/>
          <p:nvPr/>
        </p:nvSpPr>
        <p:spPr bwMode="auto">
          <a:xfrm>
            <a:off x="6805640" y="4477767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marL="0" marR="0" indent="0" algn="ctr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Domestic Invoicing</a:t>
            </a:r>
          </a:p>
        </p:txBody>
      </p:sp>
      <p:cxnSp>
        <p:nvCxnSpPr>
          <p:cNvPr id="97" name="Straight Connector 96"/>
          <p:cNvCxnSpPr>
            <a:cxnSpLocks noChangeShapeType="1"/>
          </p:cNvCxnSpPr>
          <p:nvPr/>
        </p:nvCxnSpPr>
        <p:spPr bwMode="auto">
          <a:xfrm>
            <a:off x="389046" y="5987297"/>
            <a:ext cx="8239125" cy="7618"/>
          </a:xfrm>
          <a:prstGeom prst="line">
            <a:avLst/>
          </a:prstGeom>
          <a:noFill/>
          <a:ln w="19050" algn="ctr">
            <a:solidFill>
              <a:srgbClr val="E98300"/>
            </a:solidFill>
            <a:prstDash val="dash"/>
            <a:round/>
            <a:headEnd type="none" w="med" len="med"/>
            <a:tailEnd type="arrow" w="med" len="med"/>
          </a:ln>
        </p:spPr>
      </p:cxnSp>
      <p:grpSp>
        <p:nvGrpSpPr>
          <p:cNvPr id="98" name="Group 97"/>
          <p:cNvGrpSpPr/>
          <p:nvPr/>
        </p:nvGrpSpPr>
        <p:grpSpPr>
          <a:xfrm>
            <a:off x="175167" y="785726"/>
            <a:ext cx="1602208" cy="1065896"/>
            <a:chOff x="397572" y="815268"/>
            <a:chExt cx="1602208" cy="2176438"/>
          </a:xfrm>
        </p:grpSpPr>
        <p:sp>
          <p:nvSpPr>
            <p:cNvPr id="105" name="Rectangle 104">
              <a:hlinkClick r:id="rId3" action="ppaction://hlinksldjump"/>
            </p:cNvPr>
            <p:cNvSpPr/>
            <p:nvPr/>
          </p:nvSpPr>
          <p:spPr bwMode="auto">
            <a:xfrm>
              <a:off x="397572" y="2297226"/>
              <a:ext cx="1602206" cy="694480"/>
            </a:xfrm>
            <a:prstGeom prst="rect">
              <a:avLst/>
            </a:prstGeom>
            <a:solidFill>
              <a:srgbClr val="3288C4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algn="ctr" eaLnBrk="0" hangingPunct="0"/>
              <a:r>
                <a:rPr lang="en-GB" sz="1100" dirty="0" smtClean="0">
                  <a:solidFill>
                    <a:schemeClr val="tx1"/>
                  </a:solidFill>
                  <a:ea typeface="Tahoma" pitchFamily="34" charset="0"/>
                  <a:cs typeface="Tahoma" pitchFamily="34" charset="0"/>
                </a:rPr>
                <a:t>ERP Drives Operation</a:t>
              </a:r>
            </a:p>
          </p:txBody>
        </p:sp>
        <p:sp>
          <p:nvSpPr>
            <p:cNvPr id="106" name="Rectangle 105"/>
            <p:cNvSpPr/>
            <p:nvPr/>
          </p:nvSpPr>
          <p:spPr bwMode="auto">
            <a:xfrm>
              <a:off x="397574" y="815268"/>
              <a:ext cx="1602206" cy="694480"/>
            </a:xfrm>
            <a:prstGeom prst="rect">
              <a:avLst/>
            </a:prstGeom>
            <a:noFill/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algn="ctr" eaLnBrk="0" hangingPunct="0"/>
              <a:r>
                <a:rPr lang="en-GB" sz="1100" dirty="0" smtClean="0">
                  <a:solidFill>
                    <a:srgbClr val="1B2950"/>
                  </a:solidFill>
                  <a:ea typeface="Tahoma" pitchFamily="34" charset="0"/>
                  <a:cs typeface="Tahoma" pitchFamily="34" charset="0"/>
                </a:rPr>
                <a:t>ERP Not used/No Automation</a:t>
              </a:r>
            </a:p>
          </p:txBody>
        </p:sp>
        <p:sp>
          <p:nvSpPr>
            <p:cNvPr id="107" name="Rectangle 106"/>
            <p:cNvSpPr/>
            <p:nvPr/>
          </p:nvSpPr>
          <p:spPr bwMode="auto">
            <a:xfrm>
              <a:off x="397574" y="1557911"/>
              <a:ext cx="1602206" cy="6944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algn="ctr" eaLnBrk="0" hangingPunct="0"/>
              <a:r>
                <a:rPr lang="en-GB" sz="1100" dirty="0" smtClean="0">
                  <a:solidFill>
                    <a:srgbClr val="1B2950"/>
                  </a:solidFill>
                  <a:ea typeface="Tahoma" pitchFamily="34" charset="0"/>
                  <a:cs typeface="Tahoma" pitchFamily="34" charset="0"/>
                </a:rPr>
                <a:t>ERP Supports Operation</a:t>
              </a:r>
            </a:p>
          </p:txBody>
        </p:sp>
      </p:grpSp>
      <p:sp>
        <p:nvSpPr>
          <p:cNvPr id="100" name="Explosion 1 99"/>
          <p:cNvSpPr/>
          <p:nvPr/>
        </p:nvSpPr>
        <p:spPr bwMode="auto">
          <a:xfrm>
            <a:off x="5088519" y="4022715"/>
            <a:ext cx="1873036" cy="1972200"/>
          </a:xfrm>
          <a:prstGeom prst="irregularSeal1">
            <a:avLst/>
          </a:prstGeom>
          <a:solidFill>
            <a:schemeClr val="tx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rPr>
              <a:t>Planned  to be integrated</a:t>
            </a:r>
          </a:p>
        </p:txBody>
      </p:sp>
      <p:grpSp>
        <p:nvGrpSpPr>
          <p:cNvPr id="101" name="Group 100"/>
          <p:cNvGrpSpPr/>
          <p:nvPr/>
        </p:nvGrpSpPr>
        <p:grpSpPr>
          <a:xfrm>
            <a:off x="5210391" y="6087553"/>
            <a:ext cx="1541927" cy="708301"/>
            <a:chOff x="2429726" y="5937079"/>
            <a:chExt cx="1602400" cy="708301"/>
          </a:xfrm>
        </p:grpSpPr>
        <p:cxnSp>
          <p:nvCxnSpPr>
            <p:cNvPr id="102" name="Straight Connector 101"/>
            <p:cNvCxnSpPr/>
            <p:nvPr/>
          </p:nvCxnSpPr>
          <p:spPr bwMode="auto">
            <a:xfrm>
              <a:off x="2430126" y="5937079"/>
              <a:ext cx="1602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4" name="Rectangle 103"/>
            <p:cNvSpPr/>
            <p:nvPr/>
          </p:nvSpPr>
          <p:spPr bwMode="auto">
            <a:xfrm>
              <a:off x="2429726" y="5950899"/>
              <a:ext cx="1602000" cy="694481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 smtClean="0">
                  <a:ln>
                    <a:noFill/>
                  </a:ln>
                  <a:solidFill>
                    <a:srgbClr val="1B2950"/>
                  </a:solidFill>
                  <a:effectLst/>
                  <a:latin typeface="+mn-lt"/>
                </a:rPr>
                <a:t>Construction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CAD Applications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 smtClean="0">
                <a:solidFill>
                  <a:schemeClr val="tx1"/>
                </a:solidFill>
                <a:latin typeface="+mn-lt"/>
              </a:rPr>
              <a:t>2</a:t>
            </a:r>
          </a:p>
        </p:txBody>
      </p:sp>
      <p:pic>
        <p:nvPicPr>
          <p:cNvPr id="6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39" y="1128115"/>
            <a:ext cx="8280921" cy="46017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431538" y="6010000"/>
            <a:ext cx="8280921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endParaRPr lang="en-GB" sz="1800" b="1" dirty="0" smtClean="0">
              <a:latin typeface="+mn-lt"/>
              <a:ea typeface="Tahoma" pitchFamily="34" charset="0"/>
              <a:cs typeface="Tahoma" pitchFamily="34" charset="0"/>
            </a:endParaRPr>
          </a:p>
          <a:p>
            <a:pPr algn="ctr" eaLnBrk="0" hangingPunct="0"/>
            <a:r>
              <a:rPr lang="en-GB" sz="1800" b="1" dirty="0" err="1" smtClean="0">
                <a:latin typeface="+mn-lt"/>
                <a:ea typeface="Tahoma" pitchFamily="34" charset="0"/>
                <a:cs typeface="Tahoma" pitchFamily="34" charset="0"/>
              </a:rPr>
              <a:t>iDMS</a:t>
            </a:r>
            <a:r>
              <a:rPr lang="en-GB" sz="1800" b="1" dirty="0" smtClean="0">
                <a:latin typeface="+mn-lt"/>
                <a:ea typeface="Tahoma" pitchFamily="34" charset="0"/>
                <a:cs typeface="Tahoma" pitchFamily="34" charset="0"/>
              </a:rPr>
              <a:t>/PLM-ERP</a:t>
            </a:r>
          </a:p>
          <a:p>
            <a:pPr algn="ctr" eaLnBrk="0" hangingPunct="0"/>
            <a:r>
              <a:rPr lang="en-GB" sz="1800" b="1" dirty="0" smtClean="0">
                <a:latin typeface="+mn-lt"/>
                <a:ea typeface="Tahoma" pitchFamily="34" charset="0"/>
                <a:cs typeface="Tahoma" pitchFamily="34" charset="0"/>
              </a:rPr>
              <a:t>(Drawings Master List and BoM)</a:t>
            </a:r>
            <a:endParaRPr lang="en-GB" b="1" dirty="0" smtClean="0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Up-Down Arrow 2"/>
          <p:cNvSpPr/>
          <p:nvPr/>
        </p:nvSpPr>
        <p:spPr bwMode="auto">
          <a:xfrm>
            <a:off x="4324865" y="5436973"/>
            <a:ext cx="345989" cy="827904"/>
          </a:xfrm>
          <a:prstGeom prst="upDownArrow">
            <a:avLst/>
          </a:prstGeom>
          <a:solidFill>
            <a:schemeClr val="tx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rPr>
              <a:t>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rPr>
              <a:t>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rPr>
              <a:t>I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Content</a:t>
            </a:r>
          </a:p>
        </p:txBody>
      </p:sp>
      <p:grpSp>
        <p:nvGrpSpPr>
          <p:cNvPr id="2" name="Group 67"/>
          <p:cNvGrpSpPr/>
          <p:nvPr/>
        </p:nvGrpSpPr>
        <p:grpSpPr>
          <a:xfrm>
            <a:off x="1521088" y="2892760"/>
            <a:ext cx="6183712" cy="1072481"/>
            <a:chOff x="573229" y="3041160"/>
            <a:chExt cx="6183712" cy="1072481"/>
          </a:xfrm>
        </p:grpSpPr>
        <p:sp>
          <p:nvSpPr>
            <p:cNvPr id="60" name="Pentagon 59"/>
            <p:cNvSpPr/>
            <p:nvPr/>
          </p:nvSpPr>
          <p:spPr bwMode="auto">
            <a:xfrm>
              <a:off x="776755" y="3269036"/>
              <a:ext cx="1939562" cy="844605"/>
            </a:xfrm>
            <a:prstGeom prst="homePlate">
              <a:avLst/>
            </a:prstGeom>
            <a:solidFill>
              <a:srgbClr val="19345F"/>
            </a:solidFill>
            <a:ln w="25400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/>
              <a:r>
                <a:rPr lang="en-GB" sz="1300" b="1" dirty="0" smtClean="0">
                  <a:solidFill>
                    <a:srgbClr val="FFFFFF"/>
                  </a:solidFill>
                  <a:latin typeface="+mn-lt"/>
                </a:rPr>
                <a:t>Infrastructure</a:t>
              </a:r>
            </a:p>
          </p:txBody>
        </p:sp>
        <p:sp>
          <p:nvSpPr>
            <p:cNvPr id="61" name="Chevron 60"/>
            <p:cNvSpPr/>
            <p:nvPr/>
          </p:nvSpPr>
          <p:spPr bwMode="auto">
            <a:xfrm>
              <a:off x="2351899" y="3269036"/>
              <a:ext cx="2378188" cy="844605"/>
            </a:xfrm>
            <a:prstGeom prst="chevron">
              <a:avLst/>
            </a:prstGeom>
            <a:solidFill>
              <a:srgbClr val="1F9C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solidFill>
                    <a:schemeClr val="tx1"/>
                  </a:solidFill>
                  <a:latin typeface="+mn-lt"/>
                </a:rPr>
                <a:t>Applications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573229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1" i="0" u="none" strike="noStrike" normalizeH="0" baseline="0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2234506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2800" b="1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64" name="Chevron 63"/>
            <p:cNvSpPr/>
            <p:nvPr/>
          </p:nvSpPr>
          <p:spPr bwMode="auto">
            <a:xfrm>
              <a:off x="4378753" y="3269036"/>
              <a:ext cx="2378188" cy="844605"/>
            </a:xfrm>
            <a:prstGeom prst="chevron">
              <a:avLst/>
            </a:prstGeom>
            <a:solidFill>
              <a:srgbClr val="E6E6D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latin typeface="+mn-lt"/>
                </a:rPr>
                <a:t>Policies</a:t>
              </a: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4179223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Content</a:t>
            </a:r>
          </a:p>
        </p:txBody>
      </p:sp>
      <p:grpSp>
        <p:nvGrpSpPr>
          <p:cNvPr id="2" name="Group 67"/>
          <p:cNvGrpSpPr/>
          <p:nvPr/>
        </p:nvGrpSpPr>
        <p:grpSpPr>
          <a:xfrm>
            <a:off x="1521088" y="2892760"/>
            <a:ext cx="6183712" cy="1072481"/>
            <a:chOff x="573229" y="3041160"/>
            <a:chExt cx="6183712" cy="1072481"/>
          </a:xfrm>
        </p:grpSpPr>
        <p:sp>
          <p:nvSpPr>
            <p:cNvPr id="60" name="Pentagon 59"/>
            <p:cNvSpPr/>
            <p:nvPr/>
          </p:nvSpPr>
          <p:spPr bwMode="auto">
            <a:xfrm>
              <a:off x="776755" y="3269036"/>
              <a:ext cx="1939562" cy="844605"/>
            </a:xfrm>
            <a:prstGeom prst="homePlate">
              <a:avLst/>
            </a:prstGeom>
            <a:solidFill>
              <a:srgbClr val="19345F"/>
            </a:solidFill>
            <a:ln w="25400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/>
              <a:r>
                <a:rPr lang="en-GB" sz="1300" b="1" dirty="0" smtClean="0">
                  <a:solidFill>
                    <a:srgbClr val="FFFFFF"/>
                  </a:solidFill>
                  <a:latin typeface="+mn-lt"/>
                </a:rPr>
                <a:t>Infrastructure</a:t>
              </a:r>
            </a:p>
          </p:txBody>
        </p:sp>
        <p:sp>
          <p:nvSpPr>
            <p:cNvPr id="61" name="Chevron 60"/>
            <p:cNvSpPr/>
            <p:nvPr/>
          </p:nvSpPr>
          <p:spPr bwMode="auto">
            <a:xfrm>
              <a:off x="2351899" y="3269036"/>
              <a:ext cx="2378188" cy="844605"/>
            </a:xfrm>
            <a:prstGeom prst="chevron">
              <a:avLst/>
            </a:prstGeom>
            <a:solidFill>
              <a:srgbClr val="1F9C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solidFill>
                    <a:schemeClr val="tx1"/>
                  </a:solidFill>
                  <a:latin typeface="+mn-lt"/>
                </a:rPr>
                <a:t>Applications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573229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1" i="0" u="none" strike="noStrike" normalizeH="0" baseline="0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2234506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2800" b="1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64" name="Chevron 63"/>
            <p:cNvSpPr/>
            <p:nvPr/>
          </p:nvSpPr>
          <p:spPr bwMode="auto">
            <a:xfrm>
              <a:off x="4378753" y="3269036"/>
              <a:ext cx="2378188" cy="844605"/>
            </a:xfrm>
            <a:prstGeom prst="chevron">
              <a:avLst/>
            </a:prstGeom>
            <a:solidFill>
              <a:srgbClr val="E6E6D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latin typeface="+mn-lt"/>
                </a:rPr>
                <a:t>Policies</a:t>
              </a: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4179223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lang="en-GB" sz="2800" b="1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Security Policy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>
                <a:solidFill>
                  <a:schemeClr val="tx1"/>
                </a:solidFill>
                <a:latin typeface="+mn-lt"/>
              </a:rPr>
              <a:t>3</a:t>
            </a:r>
            <a:endParaRPr lang="en-GB" sz="2600" b="1" dirty="0" smtClean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62138" y="1319213"/>
            <a:ext cx="5419725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IT Guidelines on Information Security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 smtClean="0">
                <a:solidFill>
                  <a:schemeClr val="tx1"/>
                </a:solidFill>
                <a:latin typeface="+mn-lt"/>
              </a:rPr>
              <a:t>3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318165842"/>
              </p:ext>
            </p:extLst>
          </p:nvPr>
        </p:nvGraphicFramePr>
        <p:xfrm>
          <a:off x="723900" y="1359244"/>
          <a:ext cx="6801366" cy="397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Welcome Mail</a:t>
            </a:r>
            <a:endParaRPr lang="en-GB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657186"/>
            <a:ext cx="5770563" cy="588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472400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4"/>
          <p:cNvSpPr txBox="1">
            <a:spLocks/>
          </p:cNvSpPr>
          <p:nvPr/>
        </p:nvSpPr>
        <p:spPr>
          <a:xfrm>
            <a:off x="685800" y="3000386"/>
            <a:ext cx="7772400" cy="857229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End of Report</a:t>
            </a:r>
            <a:endParaRPr kumimoji="0" lang="en-GB" sz="36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S_Master">
  <a:themeElements>
    <a:clrScheme name="QS_Master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cap="none" normalizeH="0" baseline="0" dirty="0" smtClean="0">
            <a:ln>
              <a:noFill/>
            </a:ln>
            <a:solidFill>
              <a:srgbClr val="FF0000"/>
            </a:solidFill>
            <a:effectLst/>
            <a:latin typeface="Tahoma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QS_Master 1">
        <a:dk1>
          <a:srgbClr val="00008A"/>
        </a:dk1>
        <a:lt1>
          <a:srgbClr val="FFFFFF"/>
        </a:lt1>
        <a:dk2>
          <a:srgbClr val="000099"/>
        </a:dk2>
        <a:lt2>
          <a:srgbClr val="FFFFFF"/>
        </a:lt2>
        <a:accent1>
          <a:srgbClr val="0099FF"/>
        </a:accent1>
        <a:accent2>
          <a:srgbClr val="00007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6E"/>
        </a:accent6>
        <a:hlink>
          <a:srgbClr val="EAEAEA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S_Master 2">
        <a:dk1>
          <a:srgbClr val="5B5B89"/>
        </a:dk1>
        <a:lt1>
          <a:srgbClr val="FFFFFF"/>
        </a:lt1>
        <a:dk2>
          <a:srgbClr val="666699"/>
        </a:dk2>
        <a:lt2>
          <a:srgbClr val="DFDEF6"/>
        </a:lt2>
        <a:accent1>
          <a:srgbClr val="6666FF"/>
        </a:accent1>
        <a:accent2>
          <a:srgbClr val="52527C"/>
        </a:accent2>
        <a:accent3>
          <a:srgbClr val="B8B8CA"/>
        </a:accent3>
        <a:accent4>
          <a:srgbClr val="DADADA"/>
        </a:accent4>
        <a:accent5>
          <a:srgbClr val="B8B8FF"/>
        </a:accent5>
        <a:accent6>
          <a:srgbClr val="494970"/>
        </a:accent6>
        <a:hlink>
          <a:srgbClr val="9999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S_Master 3">
        <a:dk1>
          <a:srgbClr val="70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6000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560000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S_Master 4">
        <a:dk1>
          <a:srgbClr val="000000"/>
        </a:dk1>
        <a:lt1>
          <a:srgbClr val="FDEB9D"/>
        </a:lt1>
        <a:dk2>
          <a:srgbClr val="000000"/>
        </a:dk2>
        <a:lt2>
          <a:srgbClr val="E0CE82"/>
        </a:lt2>
        <a:accent1>
          <a:srgbClr val="EAEAEA"/>
        </a:accent1>
        <a:accent2>
          <a:srgbClr val="C2B476"/>
        </a:accent2>
        <a:accent3>
          <a:srgbClr val="FEF3CC"/>
        </a:accent3>
        <a:accent4>
          <a:srgbClr val="000000"/>
        </a:accent4>
        <a:accent5>
          <a:srgbClr val="F3F3F3"/>
        </a:accent5>
        <a:accent6>
          <a:srgbClr val="B0A36A"/>
        </a:accent6>
        <a:hlink>
          <a:srgbClr val="A47900"/>
        </a:hlink>
        <a:folHlink>
          <a:srgbClr val="8C8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S_Master 5">
        <a:dk1>
          <a:srgbClr val="5B5E52"/>
        </a:dk1>
        <a:lt1>
          <a:srgbClr val="FFFFFF"/>
        </a:lt1>
        <a:dk2>
          <a:srgbClr val="686B5D"/>
        </a:dk2>
        <a:lt2>
          <a:srgbClr val="CCD5C7"/>
        </a:lt2>
        <a:accent1>
          <a:srgbClr val="809EA8"/>
        </a:accent1>
        <a:accent2>
          <a:srgbClr val="4F5147"/>
        </a:accent2>
        <a:accent3>
          <a:srgbClr val="B9BAB6"/>
        </a:accent3>
        <a:accent4>
          <a:srgbClr val="DADADA"/>
        </a:accent4>
        <a:accent5>
          <a:srgbClr val="C0CCD1"/>
        </a:accent5>
        <a:accent6>
          <a:srgbClr val="47493F"/>
        </a:accent6>
        <a:hlink>
          <a:srgbClr val="AAA854"/>
        </a:hlink>
        <a:folHlink>
          <a:srgbClr val="E1D09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S_Master 6">
        <a:dk1>
          <a:srgbClr val="46532B"/>
        </a:dk1>
        <a:lt1>
          <a:srgbClr val="FFFFFF"/>
        </a:lt1>
        <a:dk2>
          <a:srgbClr val="4E5D31"/>
        </a:dk2>
        <a:lt2>
          <a:srgbClr val="FFFFCC"/>
        </a:lt2>
        <a:accent1>
          <a:srgbClr val="8F8C00"/>
        </a:accent1>
        <a:accent2>
          <a:srgbClr val="424F29"/>
        </a:accent2>
        <a:accent3>
          <a:srgbClr val="B2B6AD"/>
        </a:accent3>
        <a:accent4>
          <a:srgbClr val="DADADA"/>
        </a:accent4>
        <a:accent5>
          <a:srgbClr val="C6C5AA"/>
        </a:accent5>
        <a:accent6>
          <a:srgbClr val="3B4724"/>
        </a:accent6>
        <a:hlink>
          <a:srgbClr val="33CC33"/>
        </a:hlink>
        <a:folHlink>
          <a:srgbClr val="00A1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S_Master 7">
        <a:dk1>
          <a:srgbClr val="007673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5A58"/>
        </a:accent6>
        <a:hlink>
          <a:srgbClr val="FFCC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S_Master 8">
        <a:dk1>
          <a:srgbClr val="000000"/>
        </a:dk1>
        <a:lt1>
          <a:srgbClr val="E6F8F4"/>
        </a:lt1>
        <a:dk2>
          <a:srgbClr val="000000"/>
        </a:dk2>
        <a:lt2>
          <a:srgbClr val="C5DBD6"/>
        </a:lt2>
        <a:accent1>
          <a:srgbClr val="CCFF99"/>
        </a:accent1>
        <a:accent2>
          <a:srgbClr val="ACBAB7"/>
        </a:accent2>
        <a:accent3>
          <a:srgbClr val="F0FBF8"/>
        </a:accent3>
        <a:accent4>
          <a:srgbClr val="000000"/>
        </a:accent4>
        <a:accent5>
          <a:srgbClr val="E2FFCA"/>
        </a:accent5>
        <a:accent6>
          <a:srgbClr val="9BA8A6"/>
        </a:accent6>
        <a:hlink>
          <a:srgbClr val="00808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S_Master 9">
        <a:dk1>
          <a:srgbClr val="000000"/>
        </a:dk1>
        <a:lt1>
          <a:srgbClr val="EAEAEA"/>
        </a:lt1>
        <a:dk2>
          <a:srgbClr val="000000"/>
        </a:dk2>
        <a:lt2>
          <a:srgbClr val="D1D1D1"/>
        </a:lt2>
        <a:accent1>
          <a:srgbClr val="CCECFF"/>
        </a:accent1>
        <a:accent2>
          <a:srgbClr val="B2B2B2"/>
        </a:accent2>
        <a:accent3>
          <a:srgbClr val="F3F3F3"/>
        </a:accent3>
        <a:accent4>
          <a:srgbClr val="000000"/>
        </a:accent4>
        <a:accent5>
          <a:srgbClr val="E2F4FF"/>
        </a:accent5>
        <a:accent6>
          <a:srgbClr val="A1A1A1"/>
        </a:accent6>
        <a:hlink>
          <a:srgbClr val="7200E4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88990</TotalTime>
  <Words>225</Words>
  <Application>Microsoft Office PowerPoint</Application>
  <PresentationFormat>On-screen Show (4:3)</PresentationFormat>
  <Paragraphs>120</Paragraphs>
  <Slides>15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QS_Master</vt:lpstr>
      <vt:lpstr>IT &amp; Systems  Induction Presentation   </vt:lpstr>
      <vt:lpstr>Content</vt:lpstr>
      <vt:lpstr>Content</vt:lpstr>
      <vt:lpstr>Team</vt:lpstr>
      <vt:lpstr>Technology</vt:lpstr>
      <vt:lpstr>Content</vt:lpstr>
      <vt:lpstr>Content</vt:lpstr>
      <vt:lpstr>Business Application (BaaN ERP)</vt:lpstr>
      <vt:lpstr>CAD Applications</vt:lpstr>
      <vt:lpstr>Content</vt:lpstr>
      <vt:lpstr>Content</vt:lpstr>
      <vt:lpstr>Security Policy</vt:lpstr>
      <vt:lpstr>IT Guidelines on Information Security</vt:lpstr>
      <vt:lpstr>Welcome Mail</vt:lpstr>
      <vt:lpstr>PowerPoint Presentation</vt:lpstr>
    </vt:vector>
  </TitlesOfParts>
  <Company>Quantum Step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Health Assessment</dc:title>
  <dc:creator>Hariharan</dc:creator>
  <cp:lastModifiedBy>M Hariharan</cp:lastModifiedBy>
  <cp:revision>3893</cp:revision>
  <dcterms:created xsi:type="dcterms:W3CDTF">2005-02-08T11:41:35Z</dcterms:created>
  <dcterms:modified xsi:type="dcterms:W3CDTF">2018-12-17T09:44:19Z</dcterms:modified>
</cp:coreProperties>
</file>